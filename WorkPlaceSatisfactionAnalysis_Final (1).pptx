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60" r:id="rId6"/>
    <p:sldId id="262" r:id="rId7"/>
    <p:sldId id="259" r:id="rId8"/>
    <p:sldId id="263" r:id="rId9"/>
    <p:sldId id="257" r:id="rId10"/>
    <p:sldId id="265" r:id="rId11"/>
    <p:sldId id="261" r:id="rId12"/>
    <p:sldId id="258" r:id="rId13"/>
    <p:sldId id="266" r:id="rId14"/>
    <p:sldId id="268" r:id="rId15"/>
    <p:sldId id="269" r:id="rId16"/>
    <p:sldId id="264" r:id="rId17"/>
    <p:sldId id="270" r:id="rId18"/>
    <p:sldId id="271" r:id="rId19"/>
  </p:sldIdLst>
  <p:sldSz cx="12192000" cy="6858000"/>
  <p:notesSz cx="6858000" cy="9144000"/>
  <p:defaultTextStyle>
    <a:defPPr>
      <a:defRPr lang="en-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D13CE2-F66A-55F4-EA8C-0801F6E55BFE}" v="562" dt="2025-10-23T11:23:49.546"/>
    <p1510:client id="{554EFC98-1468-9F82-DCEB-17BF0E2E0929}" v="15" dt="2025-10-23T10:28:46.784"/>
    <p1510:client id="{6402F633-B990-9CBD-7F30-9D3BF6082B52}" v="8" dt="2025-10-23T13:18:11.080"/>
    <p1510:client id="{70CD4186-B99A-CDD1-A156-0D7DB127945C}" v="999" dt="2025-10-23T12:27:55.021"/>
    <p1510:client id="{725510E8-D0C2-E78B-2950-6C646688356C}" v="22" dt="2025-10-23T10:30:00.644"/>
    <p1510:client id="{94C2C119-AECB-9A62-E89C-54E3D96680F6}" v="12" dt="2025-10-23T12:24:42.101"/>
    <p1510:client id="{B946DC1B-EFD4-5B11-AB5C-5AD383D9C604}" v="38" dt="2025-10-23T11:21:37.460"/>
    <p1510:client id="{ECEBD964-75E3-354C-9B7B-502EDF27B6B4}" v="400" dt="2025-10-23T20:42:33.962"/>
  </p1510:revLst>
</p1510:revInfo>
</file>

<file path=ppt/tableStyles.xml><?xml version="1.0" encoding="utf-8"?>
<a:tblStyleLst xmlns:a="http://schemas.openxmlformats.org/drawingml/2006/main" def="{5C22544A-7EE6-4342-B048-85BDC9FD1C3A}">
  <a:tblStyle styleId="{5C22544A-7EE6-4342-B048-85BDC9FD1C3A}" styleName="Normaali tyyli 2 - Korostu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d Maruf" userId="S::amk1005771@student.hamk.fi::31c29094-1b41-4ad9-bc6b-22ae7274bc33" providerId="AD" clId="Web-{B946DC1B-EFD4-5B11-AB5C-5AD383D9C604}"/>
    <pc:docChg chg="modSld">
      <pc:chgData name="Md Maruf" userId="S::amk1005771@student.hamk.fi::31c29094-1b41-4ad9-bc6b-22ae7274bc33" providerId="AD" clId="Web-{B946DC1B-EFD4-5B11-AB5C-5AD383D9C604}" dt="2025-10-23T11:21:37.460" v="33" actId="1076"/>
      <pc:docMkLst>
        <pc:docMk/>
      </pc:docMkLst>
      <pc:sldChg chg="addSp modSp">
        <pc:chgData name="Md Maruf" userId="S::amk1005771@student.hamk.fi::31c29094-1b41-4ad9-bc6b-22ae7274bc33" providerId="AD" clId="Web-{B946DC1B-EFD4-5B11-AB5C-5AD383D9C604}" dt="2025-10-23T11:21:37.460" v="33" actId="1076"/>
        <pc:sldMkLst>
          <pc:docMk/>
          <pc:sldMk cId="2702755104" sldId="257"/>
        </pc:sldMkLst>
        <pc:spChg chg="mod">
          <ac:chgData name="Md Maruf" userId="S::amk1005771@student.hamk.fi::31c29094-1b41-4ad9-bc6b-22ae7274bc33" providerId="AD" clId="Web-{B946DC1B-EFD4-5B11-AB5C-5AD383D9C604}" dt="2025-10-23T11:21:36.850" v="32" actId="20577"/>
          <ac:spMkLst>
            <pc:docMk/>
            <pc:sldMk cId="2702755104" sldId="257"/>
            <ac:spMk id="3" creationId="{BA707EBC-232B-C0D4-5DB3-1158298377DA}"/>
          </ac:spMkLst>
        </pc:spChg>
        <pc:picChg chg="add mod">
          <ac:chgData name="Md Maruf" userId="S::amk1005771@student.hamk.fi::31c29094-1b41-4ad9-bc6b-22ae7274bc33" providerId="AD" clId="Web-{B946DC1B-EFD4-5B11-AB5C-5AD383D9C604}" dt="2025-10-23T11:18:33.551" v="7" actId="1076"/>
          <ac:picMkLst>
            <pc:docMk/>
            <pc:sldMk cId="2702755104" sldId="257"/>
            <ac:picMk id="4" creationId="{C3C1E96C-620A-C175-5CE3-33B4BFF1053E}"/>
          </ac:picMkLst>
        </pc:picChg>
        <pc:picChg chg="add mod">
          <ac:chgData name="Md Maruf" userId="S::amk1005771@student.hamk.fi::31c29094-1b41-4ad9-bc6b-22ae7274bc33" providerId="AD" clId="Web-{B946DC1B-EFD4-5B11-AB5C-5AD383D9C604}" dt="2025-10-23T11:21:37.460" v="33" actId="1076"/>
          <ac:picMkLst>
            <pc:docMk/>
            <pc:sldMk cId="2702755104" sldId="257"/>
            <ac:picMk id="6" creationId="{B04B6C36-6041-DA35-39F2-9FDC4A7D6E45}"/>
          </ac:picMkLst>
        </pc:picChg>
      </pc:sldChg>
      <pc:sldChg chg="addSp modSp">
        <pc:chgData name="Md Maruf" userId="S::amk1005771@student.hamk.fi::31c29094-1b41-4ad9-bc6b-22ae7274bc33" providerId="AD" clId="Web-{B946DC1B-EFD4-5B11-AB5C-5AD383D9C604}" dt="2025-10-23T11:17:42.253" v="4"/>
        <pc:sldMkLst>
          <pc:docMk/>
          <pc:sldMk cId="1207890481" sldId="263"/>
        </pc:sldMkLst>
        <pc:picChg chg="add mod">
          <ac:chgData name="Md Maruf" userId="S::amk1005771@student.hamk.fi::31c29094-1b41-4ad9-bc6b-22ae7274bc33" providerId="AD" clId="Web-{B946DC1B-EFD4-5B11-AB5C-5AD383D9C604}" dt="2025-10-23T11:17:42.253" v="4"/>
          <ac:picMkLst>
            <pc:docMk/>
            <pc:sldMk cId="1207890481" sldId="263"/>
            <ac:picMk id="4" creationId="{5BF0CDC7-D5CA-A336-CA5F-48A691DAEC27}"/>
          </ac:picMkLst>
        </pc:picChg>
        <pc:picChg chg="mod">
          <ac:chgData name="Md Maruf" userId="S::amk1005771@student.hamk.fi::31c29094-1b41-4ad9-bc6b-22ae7274bc33" providerId="AD" clId="Web-{B946DC1B-EFD4-5B11-AB5C-5AD383D9C604}" dt="2025-10-23T11:08:45.136" v="3" actId="1076"/>
          <ac:picMkLst>
            <pc:docMk/>
            <pc:sldMk cId="1207890481" sldId="263"/>
            <ac:picMk id="5" creationId="{F28365C5-1199-BFC1-84EA-D4B953FA55C3}"/>
          </ac:picMkLst>
        </pc:picChg>
      </pc:sldChg>
    </pc:docChg>
  </pc:docChgLst>
  <pc:docChgLst>
    <pc:chgData name="Md Maruf" userId="S::amk1005771@student.hamk.fi::31c29094-1b41-4ad9-bc6b-22ae7274bc33" providerId="AD" clId="Web-{6402F633-B990-9CBD-7F30-9D3BF6082B52}"/>
    <pc:docChg chg="modSld">
      <pc:chgData name="Md Maruf" userId="S::amk1005771@student.hamk.fi::31c29094-1b41-4ad9-bc6b-22ae7274bc33" providerId="AD" clId="Web-{6402F633-B990-9CBD-7F30-9D3BF6082B52}" dt="2025-10-23T13:29:47.624" v="23" actId="20577"/>
      <pc:docMkLst>
        <pc:docMk/>
      </pc:docMkLst>
      <pc:sldChg chg="addSp delSp modSp">
        <pc:chgData name="Md Maruf" userId="S::amk1005771@student.hamk.fi::31c29094-1b41-4ad9-bc6b-22ae7274bc33" providerId="AD" clId="Web-{6402F633-B990-9CBD-7F30-9D3BF6082B52}" dt="2025-10-23T13:29:47.624" v="23" actId="20577"/>
        <pc:sldMkLst>
          <pc:docMk/>
          <pc:sldMk cId="1643306503" sldId="266"/>
        </pc:sldMkLst>
        <pc:spChg chg="add del mod">
          <ac:chgData name="Md Maruf" userId="S::amk1005771@student.hamk.fi::31c29094-1b41-4ad9-bc6b-22ae7274bc33" providerId="AD" clId="Web-{6402F633-B990-9CBD-7F30-9D3BF6082B52}" dt="2025-10-23T13:18:08.533" v="8"/>
          <ac:spMkLst>
            <pc:docMk/>
            <pc:sldMk cId="1643306503" sldId="266"/>
            <ac:spMk id="41" creationId="{254882E3-0AAF-1E83-9998-92EFFD5F68E7}"/>
          </ac:spMkLst>
        </pc:spChg>
        <pc:graphicFrameChg chg="add del mod modGraphic">
          <ac:chgData name="Md Maruf" userId="S::amk1005771@student.hamk.fi::31c29094-1b41-4ad9-bc6b-22ae7274bc33" providerId="AD" clId="Web-{6402F633-B990-9CBD-7F30-9D3BF6082B52}" dt="2025-10-23T13:29:47.624" v="23" actId="20577"/>
          <ac:graphicFrameMkLst>
            <pc:docMk/>
            <pc:sldMk cId="1643306503" sldId="266"/>
            <ac:graphicFrameMk id="18" creationId="{9BB53A3A-7740-D3E8-3FC1-FECC7293E28E}"/>
          </ac:graphicFrameMkLst>
        </pc:graphicFrameChg>
      </pc:sldChg>
    </pc:docChg>
  </pc:docChgLst>
  <pc:docChgLst>
    <pc:chgData name="Md Maruf" userId="S::amk1005771@student.hamk.fi::31c29094-1b41-4ad9-bc6b-22ae7274bc33" providerId="AD" clId="Web-{94C2C119-AECB-9A62-E89C-54E3D96680F6}"/>
    <pc:docChg chg="delSld modSld sldOrd">
      <pc:chgData name="Md Maruf" userId="S::amk1005771@student.hamk.fi::31c29094-1b41-4ad9-bc6b-22ae7274bc33" providerId="AD" clId="Web-{94C2C119-AECB-9A62-E89C-54E3D96680F6}" dt="2025-10-23T12:24:42.101" v="10"/>
      <pc:docMkLst>
        <pc:docMk/>
      </pc:docMkLst>
      <pc:sldChg chg="modSp">
        <pc:chgData name="Md Maruf" userId="S::amk1005771@student.hamk.fi::31c29094-1b41-4ad9-bc6b-22ae7274bc33" providerId="AD" clId="Web-{94C2C119-AECB-9A62-E89C-54E3D96680F6}" dt="2025-10-23T11:53:09.769" v="5" actId="1076"/>
        <pc:sldMkLst>
          <pc:docMk/>
          <pc:sldMk cId="2702755104" sldId="257"/>
        </pc:sldMkLst>
        <pc:picChg chg="mod">
          <ac:chgData name="Md Maruf" userId="S::amk1005771@student.hamk.fi::31c29094-1b41-4ad9-bc6b-22ae7274bc33" providerId="AD" clId="Web-{94C2C119-AECB-9A62-E89C-54E3D96680F6}" dt="2025-10-23T11:53:09.769" v="5" actId="1076"/>
          <ac:picMkLst>
            <pc:docMk/>
            <pc:sldMk cId="2702755104" sldId="257"/>
            <ac:picMk id="7" creationId="{9FAD48DA-5D2E-98FF-FDF0-FE30A37DFE6F}"/>
          </ac:picMkLst>
        </pc:picChg>
      </pc:sldChg>
      <pc:sldChg chg="addSp modSp">
        <pc:chgData name="Md Maruf" userId="S::amk1005771@student.hamk.fi::31c29094-1b41-4ad9-bc6b-22ae7274bc33" providerId="AD" clId="Web-{94C2C119-AECB-9A62-E89C-54E3D96680F6}" dt="2025-10-23T12:03:59.591" v="7" actId="1076"/>
        <pc:sldMkLst>
          <pc:docMk/>
          <pc:sldMk cId="970988760" sldId="261"/>
        </pc:sldMkLst>
        <pc:picChg chg="add mod">
          <ac:chgData name="Md Maruf" userId="S::amk1005771@student.hamk.fi::31c29094-1b41-4ad9-bc6b-22ae7274bc33" providerId="AD" clId="Web-{94C2C119-AECB-9A62-E89C-54E3D96680F6}" dt="2025-10-23T12:03:59.591" v="7" actId="1076"/>
          <ac:picMkLst>
            <pc:docMk/>
            <pc:sldMk cId="970988760" sldId="261"/>
            <ac:picMk id="5" creationId="{DC62DB89-0127-4621-13FA-37A52217C47B}"/>
          </ac:picMkLst>
        </pc:picChg>
      </pc:sldChg>
      <pc:sldChg chg="ord">
        <pc:chgData name="Md Maruf" userId="S::amk1005771@student.hamk.fi::31c29094-1b41-4ad9-bc6b-22ae7274bc33" providerId="AD" clId="Web-{94C2C119-AECB-9A62-E89C-54E3D96680F6}" dt="2025-10-23T12:22:48.335" v="8"/>
        <pc:sldMkLst>
          <pc:docMk/>
          <pc:sldMk cId="3235001613" sldId="264"/>
        </pc:sldMkLst>
      </pc:sldChg>
      <pc:sldChg chg="delSp modSp">
        <pc:chgData name="Md Maruf" userId="S::amk1005771@student.hamk.fi::31c29094-1b41-4ad9-bc6b-22ae7274bc33" providerId="AD" clId="Web-{94C2C119-AECB-9A62-E89C-54E3D96680F6}" dt="2025-10-23T11:52:15.863" v="4" actId="1076"/>
        <pc:sldMkLst>
          <pc:docMk/>
          <pc:sldMk cId="1315761435" sldId="265"/>
        </pc:sldMkLst>
        <pc:picChg chg="del">
          <ac:chgData name="Md Maruf" userId="S::amk1005771@student.hamk.fi::31c29094-1b41-4ad9-bc6b-22ae7274bc33" providerId="AD" clId="Web-{94C2C119-AECB-9A62-E89C-54E3D96680F6}" dt="2025-10-23T11:52:05.769" v="1"/>
          <ac:picMkLst>
            <pc:docMk/>
            <pc:sldMk cId="1315761435" sldId="265"/>
            <ac:picMk id="6" creationId="{81E8EE86-FB3B-B421-3BC0-D241A944CB9B}"/>
          </ac:picMkLst>
        </pc:picChg>
        <pc:picChg chg="mod">
          <ac:chgData name="Md Maruf" userId="S::amk1005771@student.hamk.fi::31c29094-1b41-4ad9-bc6b-22ae7274bc33" providerId="AD" clId="Web-{94C2C119-AECB-9A62-E89C-54E3D96680F6}" dt="2025-10-23T11:52:15.863" v="4" actId="1076"/>
          <ac:picMkLst>
            <pc:docMk/>
            <pc:sldMk cId="1315761435" sldId="265"/>
            <ac:picMk id="7" creationId="{BF22FF0B-7D6A-5A6F-344C-1A79CE8023F4}"/>
          </ac:picMkLst>
        </pc:picChg>
      </pc:sldChg>
      <pc:sldChg chg="del">
        <pc:chgData name="Md Maruf" userId="S::amk1005771@student.hamk.fi::31c29094-1b41-4ad9-bc6b-22ae7274bc33" providerId="AD" clId="Web-{94C2C119-AECB-9A62-E89C-54E3D96680F6}" dt="2025-10-23T12:24:42.101" v="10"/>
        <pc:sldMkLst>
          <pc:docMk/>
          <pc:sldMk cId="1310071042" sldId="267"/>
        </pc:sldMkLst>
      </pc:sldChg>
      <pc:sldChg chg="ord">
        <pc:chgData name="Md Maruf" userId="S::amk1005771@student.hamk.fi::31c29094-1b41-4ad9-bc6b-22ae7274bc33" providerId="AD" clId="Web-{94C2C119-AECB-9A62-E89C-54E3D96680F6}" dt="2025-10-23T12:22:50.039" v="9"/>
        <pc:sldMkLst>
          <pc:docMk/>
          <pc:sldMk cId="799769409" sldId="270"/>
        </pc:sldMkLst>
      </pc:sldChg>
    </pc:docChg>
  </pc:docChgLst>
  <pc:docChgLst>
    <pc:chgData name="Muntasir Islam" userId="S::amk1004807@student.hamk.fi::bc735a11-d262-4af3-9650-71f7998a220a" providerId="AD" clId="Web-{4ED13CE2-F66A-55F4-EA8C-0801F6E55BFE}"/>
    <pc:docChg chg="modSld">
      <pc:chgData name="Muntasir Islam" userId="S::amk1004807@student.hamk.fi::bc735a11-d262-4af3-9650-71f7998a220a" providerId="AD" clId="Web-{4ED13CE2-F66A-55F4-EA8C-0801F6E55BFE}" dt="2025-10-23T11:23:49.546" v="404"/>
      <pc:docMkLst>
        <pc:docMk/>
      </pc:docMkLst>
      <pc:sldChg chg="modSp">
        <pc:chgData name="Muntasir Islam" userId="S::amk1004807@student.hamk.fi::bc735a11-d262-4af3-9650-71f7998a220a" providerId="AD" clId="Web-{4ED13CE2-F66A-55F4-EA8C-0801F6E55BFE}" dt="2025-10-23T10:30:00.131" v="66" actId="20577"/>
        <pc:sldMkLst>
          <pc:docMk/>
          <pc:sldMk cId="1623036426" sldId="256"/>
        </pc:sldMkLst>
        <pc:spChg chg="mod">
          <ac:chgData name="Muntasir Islam" userId="S::amk1004807@student.hamk.fi::bc735a11-d262-4af3-9650-71f7998a220a" providerId="AD" clId="Web-{4ED13CE2-F66A-55F4-EA8C-0801F6E55BFE}" dt="2025-10-23T10:29:34.834" v="57" actId="20577"/>
          <ac:spMkLst>
            <pc:docMk/>
            <pc:sldMk cId="1623036426" sldId="256"/>
            <ac:spMk id="2" creationId="{FAABEB18-BA83-4FC7-F2B6-8FFBA58074B4}"/>
          </ac:spMkLst>
        </pc:spChg>
        <pc:spChg chg="mod">
          <ac:chgData name="Muntasir Islam" userId="S::amk1004807@student.hamk.fi::bc735a11-d262-4af3-9650-71f7998a220a" providerId="AD" clId="Web-{4ED13CE2-F66A-55F4-EA8C-0801F6E55BFE}" dt="2025-10-23T10:30:00.131" v="66" actId="20577"/>
          <ac:spMkLst>
            <pc:docMk/>
            <pc:sldMk cId="1623036426" sldId="256"/>
            <ac:spMk id="3" creationId="{338B66AA-D83A-AC94-C763-E2A34442824D}"/>
          </ac:spMkLst>
        </pc:spChg>
      </pc:sldChg>
      <pc:sldChg chg="addSp delSp modSp">
        <pc:chgData name="Muntasir Islam" userId="S::amk1004807@student.hamk.fi::bc735a11-d262-4af3-9650-71f7998a220a" providerId="AD" clId="Web-{4ED13CE2-F66A-55F4-EA8C-0801F6E55BFE}" dt="2025-10-23T11:23:49.546" v="404"/>
        <pc:sldMkLst>
          <pc:docMk/>
          <pc:sldMk cId="2702755104" sldId="257"/>
        </pc:sldMkLst>
        <pc:spChg chg="mod">
          <ac:chgData name="Muntasir Islam" userId="S::amk1004807@student.hamk.fi::bc735a11-d262-4af3-9650-71f7998a220a" providerId="AD" clId="Web-{4ED13CE2-F66A-55F4-EA8C-0801F6E55BFE}" dt="2025-10-23T11:15:38.194" v="340" actId="20577"/>
          <ac:spMkLst>
            <pc:docMk/>
            <pc:sldMk cId="2702755104" sldId="257"/>
            <ac:spMk id="2" creationId="{84419DF0-6A13-C14C-ED54-71AFE5883831}"/>
          </ac:spMkLst>
        </pc:spChg>
        <pc:spChg chg="del mod">
          <ac:chgData name="Muntasir Islam" userId="S::amk1004807@student.hamk.fi::bc735a11-d262-4af3-9650-71f7998a220a" providerId="AD" clId="Web-{4ED13CE2-F66A-55F4-EA8C-0801F6E55BFE}" dt="2025-10-23T11:22:05.810" v="388"/>
          <ac:spMkLst>
            <pc:docMk/>
            <pc:sldMk cId="2702755104" sldId="257"/>
            <ac:spMk id="3" creationId="{BA707EBC-232B-C0D4-5DB3-1158298377DA}"/>
          </ac:spMkLst>
        </pc:spChg>
        <pc:spChg chg="add del mod">
          <ac:chgData name="Muntasir Islam" userId="S::amk1004807@student.hamk.fi::bc735a11-d262-4af3-9650-71f7998a220a" providerId="AD" clId="Web-{4ED13CE2-F66A-55F4-EA8C-0801F6E55BFE}" dt="2025-10-23T11:23:47.686" v="403" actId="14100"/>
          <ac:spMkLst>
            <pc:docMk/>
            <pc:sldMk cId="2702755104" sldId="257"/>
            <ac:spMk id="8" creationId="{BDA76A01-4B00-F954-BEA7-D1242335F3A3}"/>
          </ac:spMkLst>
        </pc:spChg>
        <pc:spChg chg="del">
          <ac:chgData name="Muntasir Islam" userId="S::amk1004807@student.hamk.fi::bc735a11-d262-4af3-9650-71f7998a220a" providerId="AD" clId="Web-{4ED13CE2-F66A-55F4-EA8C-0801F6E55BFE}" dt="2025-10-23T11:23:49.546" v="404"/>
          <ac:spMkLst>
            <pc:docMk/>
            <pc:sldMk cId="2702755104" sldId="257"/>
            <ac:spMk id="10" creationId="{2B566528-1B12-4246-9431-5C2D7D081168}"/>
          </ac:spMkLst>
        </pc:spChg>
        <pc:spChg chg="add del mod">
          <ac:chgData name="Muntasir Islam" userId="S::amk1004807@student.hamk.fi::bc735a11-d262-4af3-9650-71f7998a220a" providerId="AD" clId="Web-{4ED13CE2-F66A-55F4-EA8C-0801F6E55BFE}" dt="2025-10-23T11:23:45.499" v="400"/>
          <ac:spMkLst>
            <pc:docMk/>
            <pc:sldMk cId="2702755104" sldId="257"/>
            <ac:spMk id="11" creationId="{66A2036D-3D93-B358-2E09-998681049FD4}"/>
          </ac:spMkLst>
        </pc:spChg>
        <pc:spChg chg="add del mod">
          <ac:chgData name="Muntasir Islam" userId="S::amk1004807@student.hamk.fi::bc735a11-d262-4af3-9650-71f7998a220a" providerId="AD" clId="Web-{4ED13CE2-F66A-55F4-EA8C-0801F6E55BFE}" dt="2025-10-23T11:23:42.639" v="398"/>
          <ac:spMkLst>
            <pc:docMk/>
            <pc:sldMk cId="2702755104" sldId="257"/>
            <ac:spMk id="15" creationId="{BDA76A01-4B00-F954-BEA7-D1242335F3A3}"/>
          </ac:spMkLst>
        </pc:spChg>
        <pc:picChg chg="mod">
          <ac:chgData name="Muntasir Islam" userId="S::amk1004807@student.hamk.fi::bc735a11-d262-4af3-9650-71f7998a220a" providerId="AD" clId="Web-{4ED13CE2-F66A-55F4-EA8C-0801F6E55BFE}" dt="2025-10-23T11:20:30.575" v="378" actId="1076"/>
          <ac:picMkLst>
            <pc:docMk/>
            <pc:sldMk cId="2702755104" sldId="257"/>
            <ac:picMk id="4" creationId="{C3C1E96C-620A-C175-5CE3-33B4BFF1053E}"/>
          </ac:picMkLst>
        </pc:picChg>
        <pc:picChg chg="del">
          <ac:chgData name="Muntasir Islam" userId="S::amk1004807@student.hamk.fi::bc735a11-d262-4af3-9650-71f7998a220a" providerId="AD" clId="Web-{4ED13CE2-F66A-55F4-EA8C-0801F6E55BFE}" dt="2025-10-23T11:16:15.086" v="341"/>
          <ac:picMkLst>
            <pc:docMk/>
            <pc:sldMk cId="2702755104" sldId="257"/>
            <ac:picMk id="5" creationId="{708669F7-315A-0590-EACE-6DAA6F4B9785}"/>
          </ac:picMkLst>
        </pc:picChg>
        <pc:picChg chg="mod">
          <ac:chgData name="Muntasir Islam" userId="S::amk1004807@student.hamk.fi::bc735a11-d262-4af3-9650-71f7998a220a" providerId="AD" clId="Web-{4ED13CE2-F66A-55F4-EA8C-0801F6E55BFE}" dt="2025-10-23T11:21:48.341" v="382" actId="1076"/>
          <ac:picMkLst>
            <pc:docMk/>
            <pc:sldMk cId="2702755104" sldId="257"/>
            <ac:picMk id="6" creationId="{B04B6C36-6041-DA35-39F2-9FDC4A7D6E45}"/>
          </ac:picMkLst>
        </pc:picChg>
      </pc:sldChg>
      <pc:sldChg chg="modSp">
        <pc:chgData name="Muntasir Islam" userId="S::amk1004807@student.hamk.fi::bc735a11-d262-4af3-9650-71f7998a220a" providerId="AD" clId="Web-{4ED13CE2-F66A-55F4-EA8C-0801F6E55BFE}" dt="2025-10-23T10:47:08.524" v="140" actId="20577"/>
        <pc:sldMkLst>
          <pc:docMk/>
          <pc:sldMk cId="1143064783" sldId="260"/>
        </pc:sldMkLst>
        <pc:graphicFrameChg chg="modGraphic">
          <ac:chgData name="Muntasir Islam" userId="S::amk1004807@student.hamk.fi::bc735a11-d262-4af3-9650-71f7998a220a" providerId="AD" clId="Web-{4ED13CE2-F66A-55F4-EA8C-0801F6E55BFE}" dt="2025-10-23T10:47:08.524" v="140" actId="20577"/>
          <ac:graphicFrameMkLst>
            <pc:docMk/>
            <pc:sldMk cId="1143064783" sldId="260"/>
            <ac:graphicFrameMk id="5" creationId="{DDBEDB1E-5384-E8F6-ED3A-BB901985CBCA}"/>
          </ac:graphicFrameMkLst>
        </pc:graphicFrameChg>
      </pc:sldChg>
      <pc:sldChg chg="addSp delSp modSp">
        <pc:chgData name="Muntasir Islam" userId="S::amk1004807@student.hamk.fi::bc735a11-d262-4af3-9650-71f7998a220a" providerId="AD" clId="Web-{4ED13CE2-F66A-55F4-EA8C-0801F6E55BFE}" dt="2025-10-23T11:12:27.937" v="292"/>
        <pc:sldMkLst>
          <pc:docMk/>
          <pc:sldMk cId="3674242821" sldId="262"/>
        </pc:sldMkLst>
        <pc:spChg chg="mod">
          <ac:chgData name="Muntasir Islam" userId="S::amk1004807@student.hamk.fi::bc735a11-d262-4af3-9650-71f7998a220a" providerId="AD" clId="Web-{4ED13CE2-F66A-55F4-EA8C-0801F6E55BFE}" dt="2025-10-23T10:58:59.849" v="218"/>
          <ac:spMkLst>
            <pc:docMk/>
            <pc:sldMk cId="3674242821" sldId="262"/>
            <ac:spMk id="2" creationId="{89CED098-BFA7-B315-55D7-6B7F764E07AA}"/>
          </ac:spMkLst>
        </pc:spChg>
        <pc:spChg chg="mod">
          <ac:chgData name="Muntasir Islam" userId="S::amk1004807@student.hamk.fi::bc735a11-d262-4af3-9650-71f7998a220a" providerId="AD" clId="Web-{4ED13CE2-F66A-55F4-EA8C-0801F6E55BFE}" dt="2025-10-23T10:58:59.849" v="218"/>
          <ac:spMkLst>
            <pc:docMk/>
            <pc:sldMk cId="3674242821" sldId="262"/>
            <ac:spMk id="5" creationId="{0EDEC2D5-2E00-6BDD-CA88-DC261FC46741}"/>
          </ac:spMkLst>
        </pc:spChg>
        <pc:spChg chg="add del mod">
          <ac:chgData name="Muntasir Islam" userId="S::amk1004807@student.hamk.fi::bc735a11-d262-4af3-9650-71f7998a220a" providerId="AD" clId="Web-{4ED13CE2-F66A-55F4-EA8C-0801F6E55BFE}" dt="2025-10-23T10:52:16.511" v="142"/>
          <ac:spMkLst>
            <pc:docMk/>
            <pc:sldMk cId="3674242821" sldId="262"/>
            <ac:spMk id="6" creationId="{55623140-B67D-C05A-C800-07D75EB6BBBC}"/>
          </ac:spMkLst>
        </pc:spChg>
        <pc:spChg chg="del">
          <ac:chgData name="Muntasir Islam" userId="S::amk1004807@student.hamk.fi::bc735a11-d262-4af3-9650-71f7998a220a" providerId="AD" clId="Web-{4ED13CE2-F66A-55F4-EA8C-0801F6E55BFE}" dt="2025-10-23T10:52:19.823" v="143"/>
          <ac:spMkLst>
            <pc:docMk/>
            <pc:sldMk cId="3674242821" sldId="262"/>
            <ac:spMk id="10" creationId="{2B566528-1B12-4246-9431-5C2D7D081168}"/>
          </ac:spMkLst>
        </pc:spChg>
        <pc:spChg chg="add del mod">
          <ac:chgData name="Muntasir Islam" userId="S::amk1004807@student.hamk.fi::bc735a11-d262-4af3-9650-71f7998a220a" providerId="AD" clId="Web-{4ED13CE2-F66A-55F4-EA8C-0801F6E55BFE}" dt="2025-10-23T10:56:44.048" v="185"/>
          <ac:spMkLst>
            <pc:docMk/>
            <pc:sldMk cId="3674242821" sldId="262"/>
            <ac:spMk id="11" creationId="{942DB3FE-14DA-0594-C943-EC9D093BA7FA}"/>
          </ac:spMkLst>
        </pc:spChg>
        <pc:spChg chg="add del">
          <ac:chgData name="Muntasir Islam" userId="S::amk1004807@student.hamk.fi::bc735a11-d262-4af3-9650-71f7998a220a" providerId="AD" clId="Web-{4ED13CE2-F66A-55F4-EA8C-0801F6E55BFE}" dt="2025-10-23T10:56:49.548" v="186"/>
          <ac:spMkLst>
            <pc:docMk/>
            <pc:sldMk cId="3674242821" sldId="262"/>
            <ac:spMk id="23" creationId="{1A95671B-3CC6-4792-9114-B74FAEA224E6}"/>
          </ac:spMkLst>
        </pc:spChg>
        <pc:spChg chg="add del">
          <ac:chgData name="Muntasir Islam" userId="S::amk1004807@student.hamk.fi::bc735a11-d262-4af3-9650-71f7998a220a" providerId="AD" clId="Web-{4ED13CE2-F66A-55F4-EA8C-0801F6E55BFE}" dt="2025-10-23T10:57:44.456" v="201"/>
          <ac:spMkLst>
            <pc:docMk/>
            <pc:sldMk cId="3674242821" sldId="262"/>
            <ac:spMk id="28" creationId="{AF6CB648-9554-488A-B457-99CAAD1DA528}"/>
          </ac:spMkLst>
        </pc:spChg>
        <pc:spChg chg="add del">
          <ac:chgData name="Muntasir Islam" userId="S::amk1004807@student.hamk.fi::bc735a11-d262-4af3-9650-71f7998a220a" providerId="AD" clId="Web-{4ED13CE2-F66A-55F4-EA8C-0801F6E55BFE}" dt="2025-10-23T10:57:44.456" v="201"/>
          <ac:spMkLst>
            <pc:docMk/>
            <pc:sldMk cId="3674242821" sldId="262"/>
            <ac:spMk id="30" creationId="{E3ADCBE7-9330-1CDA-00EB-CDD12DB722FF}"/>
          </ac:spMkLst>
        </pc:spChg>
        <pc:spChg chg="add del">
          <ac:chgData name="Muntasir Islam" userId="S::amk1004807@student.hamk.fi::bc735a11-d262-4af3-9650-71f7998a220a" providerId="AD" clId="Web-{4ED13CE2-F66A-55F4-EA8C-0801F6E55BFE}" dt="2025-10-23T10:57:07.377" v="188"/>
          <ac:spMkLst>
            <pc:docMk/>
            <pc:sldMk cId="3674242821" sldId="262"/>
            <ac:spMk id="35" creationId="{AF6CB648-9554-488A-B457-99CAAD1DA528}"/>
          </ac:spMkLst>
        </pc:spChg>
        <pc:spChg chg="add del">
          <ac:chgData name="Muntasir Islam" userId="S::amk1004807@student.hamk.fi::bc735a11-d262-4af3-9650-71f7998a220a" providerId="AD" clId="Web-{4ED13CE2-F66A-55F4-EA8C-0801F6E55BFE}" dt="2025-10-23T10:57:07.377" v="188"/>
          <ac:spMkLst>
            <pc:docMk/>
            <pc:sldMk cId="3674242821" sldId="262"/>
            <ac:spMk id="37" creationId="{E3ADCBE7-9330-1CDA-00EB-CDD12DB722FF}"/>
          </ac:spMkLst>
        </pc:spChg>
        <pc:spChg chg="add del">
          <ac:chgData name="Muntasir Islam" userId="S::amk1004807@student.hamk.fi::bc735a11-d262-4af3-9650-71f7998a220a" providerId="AD" clId="Web-{4ED13CE2-F66A-55F4-EA8C-0801F6E55BFE}" dt="2025-10-23T10:57:14.877" v="190"/>
          <ac:spMkLst>
            <pc:docMk/>
            <pc:sldMk cId="3674242821" sldId="262"/>
            <ac:spMk id="39" creationId="{1A95671B-3CC6-4792-9114-B74FAEA224E6}"/>
          </ac:spMkLst>
        </pc:spChg>
        <pc:spChg chg="add del">
          <ac:chgData name="Muntasir Islam" userId="S::amk1004807@student.hamk.fi::bc735a11-d262-4af3-9650-71f7998a220a" providerId="AD" clId="Web-{4ED13CE2-F66A-55F4-EA8C-0801F6E55BFE}" dt="2025-10-23T10:57:37.440" v="196"/>
          <ac:spMkLst>
            <pc:docMk/>
            <pc:sldMk cId="3674242821" sldId="262"/>
            <ac:spMk id="46" creationId="{649C91A9-84E7-4BF0-9026-62F01380D853}"/>
          </ac:spMkLst>
        </pc:spChg>
        <pc:spChg chg="add del">
          <ac:chgData name="Muntasir Islam" userId="S::amk1004807@student.hamk.fi::bc735a11-d262-4af3-9650-71f7998a220a" providerId="AD" clId="Web-{4ED13CE2-F66A-55F4-EA8C-0801F6E55BFE}" dt="2025-10-23T10:57:37.440" v="196"/>
          <ac:spMkLst>
            <pc:docMk/>
            <pc:sldMk cId="3674242821" sldId="262"/>
            <ac:spMk id="47" creationId="{9B47378D-AD27-45D0-8C1C-5B1098DCC068}"/>
          </ac:spMkLst>
        </pc:spChg>
        <pc:spChg chg="add del">
          <ac:chgData name="Muntasir Islam" userId="S::amk1004807@student.hamk.fi::bc735a11-d262-4af3-9650-71f7998a220a" providerId="AD" clId="Web-{4ED13CE2-F66A-55F4-EA8C-0801F6E55BFE}" dt="2025-10-23T10:57:42.362" v="198"/>
          <ac:spMkLst>
            <pc:docMk/>
            <pc:sldMk cId="3674242821" sldId="262"/>
            <ac:spMk id="49" creationId="{B11C179D-808F-4D23-BAFC-A14C6DCDA71D}"/>
          </ac:spMkLst>
        </pc:spChg>
        <pc:spChg chg="add del">
          <ac:chgData name="Muntasir Islam" userId="S::amk1004807@student.hamk.fi::bc735a11-d262-4af3-9650-71f7998a220a" providerId="AD" clId="Web-{4ED13CE2-F66A-55F4-EA8C-0801F6E55BFE}" dt="2025-10-23T10:57:42.362" v="198"/>
          <ac:spMkLst>
            <pc:docMk/>
            <pc:sldMk cId="3674242821" sldId="262"/>
            <ac:spMk id="50" creationId="{908137D4-4D0A-4ED1-BFB8-97D4A8335934}"/>
          </ac:spMkLst>
        </pc:spChg>
        <pc:spChg chg="add del">
          <ac:chgData name="Muntasir Islam" userId="S::amk1004807@student.hamk.fi::bc735a11-d262-4af3-9650-71f7998a220a" providerId="AD" clId="Web-{4ED13CE2-F66A-55F4-EA8C-0801F6E55BFE}" dt="2025-10-23T10:57:42.362" v="198"/>
          <ac:spMkLst>
            <pc:docMk/>
            <pc:sldMk cId="3674242821" sldId="262"/>
            <ac:spMk id="51" creationId="{8059A8FF-81E8-CDBC-F95D-C6EED3E0CE4D}"/>
          </ac:spMkLst>
        </pc:spChg>
        <pc:spChg chg="add del">
          <ac:chgData name="Muntasir Islam" userId="S::amk1004807@student.hamk.fi::bc735a11-d262-4af3-9650-71f7998a220a" providerId="AD" clId="Web-{4ED13CE2-F66A-55F4-EA8C-0801F6E55BFE}" dt="2025-10-23T10:57:44.316" v="200"/>
          <ac:spMkLst>
            <pc:docMk/>
            <pc:sldMk cId="3674242821" sldId="262"/>
            <ac:spMk id="53" creationId="{649C91A9-84E7-4BF0-9026-62F01380D853}"/>
          </ac:spMkLst>
        </pc:spChg>
        <pc:spChg chg="add del">
          <ac:chgData name="Muntasir Islam" userId="S::amk1004807@student.hamk.fi::bc735a11-d262-4af3-9650-71f7998a220a" providerId="AD" clId="Web-{4ED13CE2-F66A-55F4-EA8C-0801F6E55BFE}" dt="2025-10-23T10:57:44.316" v="200"/>
          <ac:spMkLst>
            <pc:docMk/>
            <pc:sldMk cId="3674242821" sldId="262"/>
            <ac:spMk id="54" creationId="{9B47378D-AD27-45D0-8C1C-5B1098DCC068}"/>
          </ac:spMkLst>
        </pc:spChg>
        <pc:grpChg chg="del">
          <ac:chgData name="Muntasir Islam" userId="S::amk1004807@student.hamk.fi::bc735a11-d262-4af3-9650-71f7998a220a" providerId="AD" clId="Web-{4ED13CE2-F66A-55F4-EA8C-0801F6E55BFE}" dt="2025-10-23T10:52:19.823" v="143"/>
          <ac:grpSpMkLst>
            <pc:docMk/>
            <pc:sldMk cId="3674242821" sldId="262"/>
            <ac:grpSpMk id="12" creationId="{828A5161-06F1-46CF-8AD7-844680A59E13}"/>
          </ac:grpSpMkLst>
        </pc:grpChg>
        <pc:grpChg chg="del">
          <ac:chgData name="Muntasir Islam" userId="S::amk1004807@student.hamk.fi::bc735a11-d262-4af3-9650-71f7998a220a" providerId="AD" clId="Web-{4ED13CE2-F66A-55F4-EA8C-0801F6E55BFE}" dt="2025-10-23T10:52:19.823" v="143"/>
          <ac:grpSpMkLst>
            <pc:docMk/>
            <pc:sldMk cId="3674242821" sldId="262"/>
            <ac:grpSpMk id="16" creationId="{5995D10D-E9C9-47DB-AE7E-801FEF38F5C9}"/>
          </ac:grpSpMkLst>
        </pc:grpChg>
        <pc:grpChg chg="add del">
          <ac:chgData name="Muntasir Islam" userId="S::amk1004807@student.hamk.fi::bc735a11-d262-4af3-9650-71f7998a220a" providerId="AD" clId="Web-{4ED13CE2-F66A-55F4-EA8C-0801F6E55BFE}" dt="2025-10-23T10:57:20.627" v="192"/>
          <ac:grpSpMkLst>
            <pc:docMk/>
            <pc:sldMk cId="3674242821" sldId="262"/>
            <ac:grpSpMk id="41" creationId="{6258F736-B256-8039-9DC6-F4E49A5C5AD5}"/>
          </ac:grpSpMkLst>
        </pc:grpChg>
        <pc:graphicFrameChg chg="del">
          <ac:chgData name="Muntasir Islam" userId="S::amk1004807@student.hamk.fi::bc735a11-d262-4af3-9650-71f7998a220a" providerId="AD" clId="Web-{4ED13CE2-F66A-55F4-EA8C-0801F6E55BFE}" dt="2025-10-23T10:52:10.214" v="141"/>
          <ac:graphicFrameMkLst>
            <pc:docMk/>
            <pc:sldMk cId="3674242821" sldId="262"/>
            <ac:graphicFrameMk id="4" creationId="{CEEBA97B-2335-ED64-3AA7-088233D1AABB}"/>
          </ac:graphicFrameMkLst>
        </pc:graphicFrameChg>
        <pc:graphicFrameChg chg="add del mod ord modGraphic">
          <ac:chgData name="Muntasir Islam" userId="S::amk1004807@student.hamk.fi::bc735a11-d262-4af3-9650-71f7998a220a" providerId="AD" clId="Web-{4ED13CE2-F66A-55F4-EA8C-0801F6E55BFE}" dt="2025-10-23T10:56:38.626" v="184"/>
          <ac:graphicFrameMkLst>
            <pc:docMk/>
            <pc:sldMk cId="3674242821" sldId="262"/>
            <ac:graphicFrameMk id="8" creationId="{0B78210E-FBFB-307C-100C-76397A637AF6}"/>
          </ac:graphicFrameMkLst>
        </pc:graphicFrameChg>
        <pc:graphicFrameChg chg="add mod ord modGraphic">
          <ac:chgData name="Muntasir Islam" userId="S::amk1004807@student.hamk.fi::bc735a11-d262-4af3-9650-71f7998a220a" providerId="AD" clId="Web-{4ED13CE2-F66A-55F4-EA8C-0801F6E55BFE}" dt="2025-10-23T11:12:27.937" v="292"/>
          <ac:graphicFrameMkLst>
            <pc:docMk/>
            <pc:sldMk cId="3674242821" sldId="262"/>
            <ac:graphicFrameMk id="19" creationId="{721047C0-04B0-8CDD-A2F9-77BF11169EF8}"/>
          </ac:graphicFrameMkLst>
        </pc:graphicFrameChg>
        <pc:cxnChg chg="add del">
          <ac:chgData name="Muntasir Islam" userId="S::amk1004807@student.hamk.fi::bc735a11-d262-4af3-9650-71f7998a220a" providerId="AD" clId="Web-{4ED13CE2-F66A-55F4-EA8C-0801F6E55BFE}" dt="2025-10-23T10:57:30.331" v="194"/>
          <ac:cxnSpMkLst>
            <pc:docMk/>
            <pc:sldMk cId="3674242821" sldId="262"/>
            <ac:cxnSpMk id="44" creationId="{1503BFE4-729B-D9D0-C17B-501E6AF1127A}"/>
          </ac:cxnSpMkLst>
        </pc:cxnChg>
        <pc:cxnChg chg="add del">
          <ac:chgData name="Muntasir Islam" userId="S::amk1004807@student.hamk.fi::bc735a11-d262-4af3-9650-71f7998a220a" providerId="AD" clId="Web-{4ED13CE2-F66A-55F4-EA8C-0801F6E55BFE}" dt="2025-10-23T10:58:22.473" v="211"/>
          <ac:cxnSpMkLst>
            <pc:docMk/>
            <pc:sldMk cId="3674242821" sldId="262"/>
            <ac:cxnSpMk id="56" creationId="{FC23E3B9-5ABF-58B3-E2B0-E9A5DAA90037}"/>
          </ac:cxnSpMkLst>
        </pc:cxnChg>
        <pc:cxnChg chg="add del">
          <ac:chgData name="Muntasir Islam" userId="S::amk1004807@student.hamk.fi::bc735a11-d262-4af3-9650-71f7998a220a" providerId="AD" clId="Web-{4ED13CE2-F66A-55F4-EA8C-0801F6E55BFE}" dt="2025-10-23T10:58:22.332" v="210"/>
          <ac:cxnSpMkLst>
            <pc:docMk/>
            <pc:sldMk cId="3674242821" sldId="262"/>
            <ac:cxnSpMk id="61" creationId="{FC23E3B9-5ABF-58B3-E2B0-E9A5DAA90037}"/>
          </ac:cxnSpMkLst>
        </pc:cxnChg>
        <pc:cxnChg chg="add del">
          <ac:chgData name="Muntasir Islam" userId="S::amk1004807@student.hamk.fi::bc735a11-d262-4af3-9650-71f7998a220a" providerId="AD" clId="Web-{4ED13CE2-F66A-55F4-EA8C-0801F6E55BFE}" dt="2025-10-23T10:58:59.849" v="218"/>
          <ac:cxnSpMkLst>
            <pc:docMk/>
            <pc:sldMk cId="3674242821" sldId="262"/>
            <ac:cxnSpMk id="63" creationId="{1503BFE4-729B-D9D0-C17B-501E6AF1127A}"/>
          </ac:cxnSpMkLst>
        </pc:cxnChg>
        <pc:cxnChg chg="add del">
          <ac:chgData name="Muntasir Islam" userId="S::amk1004807@student.hamk.fi::bc735a11-d262-4af3-9650-71f7998a220a" providerId="AD" clId="Web-{4ED13CE2-F66A-55F4-EA8C-0801F6E55BFE}" dt="2025-10-23T10:58:59.833" v="217"/>
          <ac:cxnSpMkLst>
            <pc:docMk/>
            <pc:sldMk cId="3674242821" sldId="262"/>
            <ac:cxnSpMk id="68" creationId="{1503BFE4-729B-D9D0-C17B-501E6AF1127A}"/>
          </ac:cxnSpMkLst>
        </pc:cxnChg>
        <pc:cxnChg chg="add">
          <ac:chgData name="Muntasir Islam" userId="S::amk1004807@student.hamk.fi::bc735a11-d262-4af3-9650-71f7998a220a" providerId="AD" clId="Web-{4ED13CE2-F66A-55F4-EA8C-0801F6E55BFE}" dt="2025-10-23T10:58:59.849" v="218"/>
          <ac:cxnSpMkLst>
            <pc:docMk/>
            <pc:sldMk cId="3674242821" sldId="262"/>
            <ac:cxnSpMk id="70" creationId="{FC23E3B9-5ABF-58B3-E2B0-E9A5DAA90037}"/>
          </ac:cxnSpMkLst>
        </pc:cxnChg>
      </pc:sldChg>
      <pc:sldChg chg="delSp modSp">
        <pc:chgData name="Muntasir Islam" userId="S::amk1004807@student.hamk.fi::bc735a11-d262-4af3-9650-71f7998a220a" providerId="AD" clId="Web-{4ED13CE2-F66A-55F4-EA8C-0801F6E55BFE}" dt="2025-10-23T11:19:15.543" v="368"/>
        <pc:sldMkLst>
          <pc:docMk/>
          <pc:sldMk cId="1207890481" sldId="263"/>
        </pc:sldMkLst>
        <pc:spChg chg="mod">
          <ac:chgData name="Muntasir Islam" userId="S::amk1004807@student.hamk.fi::bc735a11-d262-4af3-9650-71f7998a220a" providerId="AD" clId="Web-{4ED13CE2-F66A-55F4-EA8C-0801F6E55BFE}" dt="2025-10-23T11:19:11.480" v="366" actId="1076"/>
          <ac:spMkLst>
            <pc:docMk/>
            <pc:sldMk cId="1207890481" sldId="263"/>
            <ac:spMk id="3" creationId="{BA707EBC-232B-C0D4-5DB3-1158298377DA}"/>
          </ac:spMkLst>
        </pc:spChg>
        <pc:spChg chg="del">
          <ac:chgData name="Muntasir Islam" userId="S::amk1004807@student.hamk.fi::bc735a11-d262-4af3-9650-71f7998a220a" providerId="AD" clId="Web-{4ED13CE2-F66A-55F4-EA8C-0801F6E55BFE}" dt="2025-10-23T11:05:34.215" v="224"/>
          <ac:spMkLst>
            <pc:docMk/>
            <pc:sldMk cId="1207890481" sldId="263"/>
            <ac:spMk id="6" creationId="{F6BC2120-A63D-EE1D-96B7-9EB186DAE0E3}"/>
          </ac:spMkLst>
        </pc:spChg>
        <pc:picChg chg="mod">
          <ac:chgData name="Muntasir Islam" userId="S::amk1004807@student.hamk.fi::bc735a11-d262-4af3-9650-71f7998a220a" providerId="AD" clId="Web-{4ED13CE2-F66A-55F4-EA8C-0801F6E55BFE}" dt="2025-10-23T11:19:06.730" v="365" actId="14100"/>
          <ac:picMkLst>
            <pc:docMk/>
            <pc:sldMk cId="1207890481" sldId="263"/>
            <ac:picMk id="4" creationId="{5BF0CDC7-D5CA-A336-CA5F-48A691DAEC27}"/>
          </ac:picMkLst>
        </pc:picChg>
        <pc:picChg chg="mod modCrop">
          <ac:chgData name="Muntasir Islam" userId="S::amk1004807@student.hamk.fi::bc735a11-d262-4af3-9650-71f7998a220a" providerId="AD" clId="Web-{4ED13CE2-F66A-55F4-EA8C-0801F6E55BFE}" dt="2025-10-23T11:19:15.543" v="368"/>
          <ac:picMkLst>
            <pc:docMk/>
            <pc:sldMk cId="1207890481" sldId="263"/>
            <ac:picMk id="5" creationId="{F28365C5-1199-BFC1-84EA-D4B953FA55C3}"/>
          </ac:picMkLst>
        </pc:picChg>
      </pc:sldChg>
    </pc:docChg>
  </pc:docChgLst>
  <pc:docChgLst>
    <pc:chgData name="Md Firoz Chowdhury" userId="S::amk1004088@student.hamk.fi::76204349-a162-4d46-9310-d8b5c3de4ee8" providerId="AD" clId="Web-{725510E8-D0C2-E78B-2950-6C646688356C}"/>
    <pc:docChg chg="modSld">
      <pc:chgData name="Md Firoz Chowdhury" userId="S::amk1004088@student.hamk.fi::76204349-a162-4d46-9310-d8b5c3de4ee8" providerId="AD" clId="Web-{725510E8-D0C2-E78B-2950-6C646688356C}" dt="2025-10-23T10:46:18.638" v="93" actId="20577"/>
      <pc:docMkLst>
        <pc:docMk/>
      </pc:docMkLst>
      <pc:sldChg chg="modSp">
        <pc:chgData name="Md Firoz Chowdhury" userId="S::amk1004088@student.hamk.fi::76204349-a162-4d46-9310-d8b5c3de4ee8" providerId="AD" clId="Web-{725510E8-D0C2-E78B-2950-6C646688356C}" dt="2025-10-23T10:30:00.644" v="21" actId="20577"/>
        <pc:sldMkLst>
          <pc:docMk/>
          <pc:sldMk cId="1623036426" sldId="256"/>
        </pc:sldMkLst>
        <pc:spChg chg="mod">
          <ac:chgData name="Md Firoz Chowdhury" userId="S::amk1004088@student.hamk.fi::76204349-a162-4d46-9310-d8b5c3de4ee8" providerId="AD" clId="Web-{725510E8-D0C2-E78B-2950-6C646688356C}" dt="2025-10-23T10:28:31.846" v="19" actId="20577"/>
          <ac:spMkLst>
            <pc:docMk/>
            <pc:sldMk cId="1623036426" sldId="256"/>
            <ac:spMk id="2" creationId="{FAABEB18-BA83-4FC7-F2B6-8FFBA58074B4}"/>
          </ac:spMkLst>
        </pc:spChg>
        <pc:spChg chg="mod">
          <ac:chgData name="Md Firoz Chowdhury" userId="S::amk1004088@student.hamk.fi::76204349-a162-4d46-9310-d8b5c3de4ee8" providerId="AD" clId="Web-{725510E8-D0C2-E78B-2950-6C646688356C}" dt="2025-10-23T10:30:00.644" v="21" actId="20577"/>
          <ac:spMkLst>
            <pc:docMk/>
            <pc:sldMk cId="1623036426" sldId="256"/>
            <ac:spMk id="3" creationId="{338B66AA-D83A-AC94-C763-E2A34442824D}"/>
          </ac:spMkLst>
        </pc:spChg>
      </pc:sldChg>
      <pc:sldChg chg="modSp">
        <pc:chgData name="Md Firoz Chowdhury" userId="S::amk1004088@student.hamk.fi::76204349-a162-4d46-9310-d8b5c3de4ee8" providerId="AD" clId="Web-{725510E8-D0C2-E78B-2950-6C646688356C}" dt="2025-10-23T10:46:18.638" v="93" actId="20577"/>
        <pc:sldMkLst>
          <pc:docMk/>
          <pc:sldMk cId="1143064783" sldId="260"/>
        </pc:sldMkLst>
        <pc:graphicFrameChg chg="modGraphic">
          <ac:chgData name="Md Firoz Chowdhury" userId="S::amk1004088@student.hamk.fi::76204349-a162-4d46-9310-d8b5c3de4ee8" providerId="AD" clId="Web-{725510E8-D0C2-E78B-2950-6C646688356C}" dt="2025-10-23T10:46:18.638" v="93" actId="20577"/>
          <ac:graphicFrameMkLst>
            <pc:docMk/>
            <pc:sldMk cId="1143064783" sldId="260"/>
            <ac:graphicFrameMk id="5" creationId="{DDBEDB1E-5384-E8F6-ED3A-BB901985CBCA}"/>
          </ac:graphicFrameMkLst>
        </pc:graphicFrameChg>
      </pc:sldChg>
    </pc:docChg>
  </pc:docChgLst>
  <pc:docChgLst>
    <pc:chgData name="Muntasir Islam" userId="S::amk1004807@student.hamk.fi::bc735a11-d262-4af3-9650-71f7998a220a" providerId="AD" clId="Web-{ECEBD964-75E3-354C-9B7B-502EDF27B6B4}"/>
    <pc:docChg chg="addSld modSld">
      <pc:chgData name="Muntasir Islam" userId="S::amk1004807@student.hamk.fi::bc735a11-d262-4af3-9650-71f7998a220a" providerId="AD" clId="Web-{ECEBD964-75E3-354C-9B7B-502EDF27B6B4}" dt="2025-10-23T20:45:40.949" v="301" actId="20577"/>
      <pc:docMkLst>
        <pc:docMk/>
      </pc:docMkLst>
      <pc:sldChg chg="modSp">
        <pc:chgData name="Muntasir Islam" userId="S::amk1004807@student.hamk.fi::bc735a11-d262-4af3-9650-71f7998a220a" providerId="AD" clId="Web-{ECEBD964-75E3-354C-9B7B-502EDF27B6B4}" dt="2025-10-23T20:45:40.949" v="301" actId="20577"/>
        <pc:sldMkLst>
          <pc:docMk/>
          <pc:sldMk cId="1143064783" sldId="260"/>
        </pc:sldMkLst>
        <pc:graphicFrameChg chg="mod modGraphic">
          <ac:chgData name="Muntasir Islam" userId="S::amk1004807@student.hamk.fi::bc735a11-d262-4af3-9650-71f7998a220a" providerId="AD" clId="Web-{ECEBD964-75E3-354C-9B7B-502EDF27B6B4}" dt="2025-10-23T20:45:40.949" v="301" actId="20577"/>
          <ac:graphicFrameMkLst>
            <pc:docMk/>
            <pc:sldMk cId="1143064783" sldId="260"/>
            <ac:graphicFrameMk id="5" creationId="{DDBEDB1E-5384-E8F6-ED3A-BB901985CBCA}"/>
          </ac:graphicFrameMkLst>
        </pc:graphicFrameChg>
      </pc:sldChg>
      <pc:sldChg chg="modSp">
        <pc:chgData name="Muntasir Islam" userId="S::amk1004807@student.hamk.fi::bc735a11-d262-4af3-9650-71f7998a220a" providerId="AD" clId="Web-{ECEBD964-75E3-354C-9B7B-502EDF27B6B4}" dt="2025-10-23T19:41:42.937" v="8" actId="1076"/>
        <pc:sldMkLst>
          <pc:docMk/>
          <pc:sldMk cId="970988760" sldId="261"/>
        </pc:sldMkLst>
        <pc:spChg chg="mod">
          <ac:chgData name="Muntasir Islam" userId="S::amk1004807@student.hamk.fi::bc735a11-d262-4af3-9650-71f7998a220a" providerId="AD" clId="Web-{ECEBD964-75E3-354C-9B7B-502EDF27B6B4}" dt="2025-10-23T19:41:42.937" v="8" actId="1076"/>
          <ac:spMkLst>
            <pc:docMk/>
            <pc:sldMk cId="970988760" sldId="261"/>
            <ac:spMk id="3" creationId="{BA707EBC-232B-C0D4-5DB3-1158298377DA}"/>
          </ac:spMkLst>
        </pc:spChg>
        <pc:picChg chg="mod">
          <ac:chgData name="Muntasir Islam" userId="S::amk1004807@student.hamk.fi::bc735a11-d262-4af3-9650-71f7998a220a" providerId="AD" clId="Web-{ECEBD964-75E3-354C-9B7B-502EDF27B6B4}" dt="2025-10-23T19:41:35.577" v="7" actId="14100"/>
          <ac:picMkLst>
            <pc:docMk/>
            <pc:sldMk cId="970988760" sldId="261"/>
            <ac:picMk id="4" creationId="{463F0B68-6D4D-C0AA-336F-928427C2629B}"/>
          </ac:picMkLst>
        </pc:picChg>
        <pc:picChg chg="mod">
          <ac:chgData name="Muntasir Islam" userId="S::amk1004807@student.hamk.fi::bc735a11-d262-4af3-9650-71f7998a220a" providerId="AD" clId="Web-{ECEBD964-75E3-354C-9B7B-502EDF27B6B4}" dt="2025-10-23T19:41:14.015" v="4" actId="1076"/>
          <ac:picMkLst>
            <pc:docMk/>
            <pc:sldMk cId="970988760" sldId="261"/>
            <ac:picMk id="5" creationId="{DC62DB89-0127-4621-13FA-37A52217C47B}"/>
          </ac:picMkLst>
        </pc:picChg>
      </pc:sldChg>
      <pc:sldChg chg="addSp delSp modSp mod setBg">
        <pc:chgData name="Muntasir Islam" userId="S::amk1004807@student.hamk.fi::bc735a11-d262-4af3-9650-71f7998a220a" providerId="AD" clId="Web-{ECEBD964-75E3-354C-9B7B-502EDF27B6B4}" dt="2025-10-23T20:28:21.760" v="282" actId="20577"/>
        <pc:sldMkLst>
          <pc:docMk/>
          <pc:sldMk cId="3235001613" sldId="264"/>
        </pc:sldMkLst>
        <pc:spChg chg="mod">
          <ac:chgData name="Muntasir Islam" userId="S::amk1004807@student.hamk.fi::bc735a11-d262-4af3-9650-71f7998a220a" providerId="AD" clId="Web-{ECEBD964-75E3-354C-9B7B-502EDF27B6B4}" dt="2025-10-23T20:03:33.385" v="86" actId="20577"/>
          <ac:spMkLst>
            <pc:docMk/>
            <pc:sldMk cId="3235001613" sldId="264"/>
            <ac:spMk id="2" creationId="{8F6A075A-A16F-3E89-6F39-8591CE784C32}"/>
          </ac:spMkLst>
        </pc:spChg>
        <pc:spChg chg="add del mod">
          <ac:chgData name="Muntasir Islam" userId="S::amk1004807@student.hamk.fi::bc735a11-d262-4af3-9650-71f7998a220a" providerId="AD" clId="Web-{ECEBD964-75E3-354C-9B7B-502EDF27B6B4}" dt="2025-10-23T19:55:03.799" v="16"/>
          <ac:spMkLst>
            <pc:docMk/>
            <pc:sldMk cId="3235001613" sldId="264"/>
            <ac:spMk id="4" creationId="{964C24AC-217D-2F1B-02D3-B5864C692AF5}"/>
          </ac:spMkLst>
        </pc:spChg>
        <pc:spChg chg="mod">
          <ac:chgData name="Muntasir Islam" userId="S::amk1004807@student.hamk.fi::bc735a11-d262-4af3-9650-71f7998a220a" providerId="AD" clId="Web-{ECEBD964-75E3-354C-9B7B-502EDF27B6B4}" dt="2025-10-23T20:28:21.760" v="282" actId="20577"/>
          <ac:spMkLst>
            <pc:docMk/>
            <pc:sldMk cId="3235001613" sldId="264"/>
            <ac:spMk id="6" creationId="{852744BD-2F2A-50A2-26EB-8F10A3AF39C4}"/>
          </ac:spMkLst>
        </pc:spChg>
        <pc:spChg chg="add">
          <ac:chgData name="Muntasir Islam" userId="S::amk1004807@student.hamk.fi::bc735a11-d262-4af3-9650-71f7998a220a" providerId="AD" clId="Web-{ECEBD964-75E3-354C-9B7B-502EDF27B6B4}" dt="2025-10-23T19:57:11.100" v="30"/>
          <ac:spMkLst>
            <pc:docMk/>
            <pc:sldMk cId="3235001613" sldId="264"/>
            <ac:spMk id="11" creationId="{8761DDFE-071F-4200-B0AA-394476C2D2D6}"/>
          </ac:spMkLst>
        </pc:spChg>
        <pc:spChg chg="del">
          <ac:chgData name="Muntasir Islam" userId="S::amk1004807@student.hamk.fi::bc735a11-d262-4af3-9650-71f7998a220a" providerId="AD" clId="Web-{ECEBD964-75E3-354C-9B7B-502EDF27B6B4}" dt="2025-10-23T19:55:35.816" v="22"/>
          <ac:spMkLst>
            <pc:docMk/>
            <pc:sldMk cId="3235001613" sldId="264"/>
            <ac:spMk id="13" creationId="{5E0A4B68-D323-27D1-025A-057291078C21}"/>
          </ac:spMkLst>
        </pc:spChg>
        <pc:spChg chg="del">
          <ac:chgData name="Muntasir Islam" userId="S::amk1004807@student.hamk.fi::bc735a11-d262-4af3-9650-71f7998a220a" providerId="AD" clId="Web-{ECEBD964-75E3-354C-9B7B-502EDF27B6B4}" dt="2025-10-23T19:55:38.550" v="23"/>
          <ac:spMkLst>
            <pc:docMk/>
            <pc:sldMk cId="3235001613" sldId="264"/>
            <ac:spMk id="14" creationId="{874089F2-383D-145E-6ED5-1BC61DBED34A}"/>
          </ac:spMkLst>
        </pc:spChg>
        <pc:picChg chg="del">
          <ac:chgData name="Muntasir Islam" userId="S::amk1004807@student.hamk.fi::bc735a11-d262-4af3-9650-71f7998a220a" providerId="AD" clId="Web-{ECEBD964-75E3-354C-9B7B-502EDF27B6B4}" dt="2025-10-23T19:54:48.877" v="13"/>
          <ac:picMkLst>
            <pc:docMk/>
            <pc:sldMk cId="3235001613" sldId="264"/>
            <ac:picMk id="5" creationId="{266243CE-A8F7-A459-EAD1-A545AD6D6011}"/>
          </ac:picMkLst>
        </pc:picChg>
        <pc:picChg chg="add del mod">
          <ac:chgData name="Muntasir Islam" userId="S::amk1004807@student.hamk.fi::bc735a11-d262-4af3-9650-71f7998a220a" providerId="AD" clId="Web-{ECEBD964-75E3-354C-9B7B-502EDF27B6B4}" dt="2025-10-23T20:05:08.682" v="90"/>
          <ac:picMkLst>
            <pc:docMk/>
            <pc:sldMk cId="3235001613" sldId="264"/>
            <ac:picMk id="7" creationId="{EBB6075D-99A4-B14D-C0E9-1A351304809F}"/>
          </ac:picMkLst>
        </pc:picChg>
        <pc:picChg chg="del">
          <ac:chgData name="Muntasir Islam" userId="S::amk1004807@student.hamk.fi::bc735a11-d262-4af3-9650-71f7998a220a" providerId="AD" clId="Web-{ECEBD964-75E3-354C-9B7B-502EDF27B6B4}" dt="2025-10-23T19:54:30.580" v="9"/>
          <ac:picMkLst>
            <pc:docMk/>
            <pc:sldMk cId="3235001613" sldId="264"/>
            <ac:picMk id="8" creationId="{6DE31C8E-824A-D8AE-97A6-0A3470B4DAD3}"/>
          </ac:picMkLst>
        </pc:picChg>
        <pc:picChg chg="add mod">
          <ac:chgData name="Muntasir Islam" userId="S::amk1004807@student.hamk.fi::bc735a11-d262-4af3-9650-71f7998a220a" providerId="AD" clId="Web-{ECEBD964-75E3-354C-9B7B-502EDF27B6B4}" dt="2025-10-23T20:06:22.638" v="108" actId="1076"/>
          <ac:picMkLst>
            <pc:docMk/>
            <pc:sldMk cId="3235001613" sldId="264"/>
            <ac:picMk id="9" creationId="{76F859E2-43AB-86AD-DF47-AEAA64A32B00}"/>
          </ac:picMkLst>
        </pc:picChg>
        <pc:picChg chg="del mod">
          <ac:chgData name="Muntasir Islam" userId="S::amk1004807@student.hamk.fi::bc735a11-d262-4af3-9650-71f7998a220a" providerId="AD" clId="Web-{ECEBD964-75E3-354C-9B7B-502EDF27B6B4}" dt="2025-10-23T19:54:38.549" v="11"/>
          <ac:picMkLst>
            <pc:docMk/>
            <pc:sldMk cId="3235001613" sldId="264"/>
            <ac:picMk id="10" creationId="{E0BAAABD-8BB5-1020-9A6C-5BD8DC816A70}"/>
          </ac:picMkLst>
        </pc:picChg>
        <pc:picChg chg="del">
          <ac:chgData name="Muntasir Islam" userId="S::amk1004807@student.hamk.fi::bc735a11-d262-4af3-9650-71f7998a220a" providerId="AD" clId="Web-{ECEBD964-75E3-354C-9B7B-502EDF27B6B4}" dt="2025-10-23T19:54:45.018" v="12"/>
          <ac:picMkLst>
            <pc:docMk/>
            <pc:sldMk cId="3235001613" sldId="264"/>
            <ac:picMk id="12" creationId="{17CD6072-048C-B41A-81B6-C4AFA97E711A}"/>
          </ac:picMkLst>
        </pc:picChg>
        <pc:picChg chg="add mod">
          <ac:chgData name="Muntasir Islam" userId="S::amk1004807@student.hamk.fi::bc735a11-d262-4af3-9650-71f7998a220a" providerId="AD" clId="Web-{ECEBD964-75E3-354C-9B7B-502EDF27B6B4}" dt="2025-10-23T20:06:13.263" v="107" actId="14100"/>
          <ac:picMkLst>
            <pc:docMk/>
            <pc:sldMk cId="3235001613" sldId="264"/>
            <ac:picMk id="15" creationId="{00BBE09C-7DD2-6CFF-4B28-10F230B1C4CA}"/>
          </ac:picMkLst>
        </pc:picChg>
      </pc:sldChg>
      <pc:sldChg chg="modSp">
        <pc:chgData name="Muntasir Islam" userId="S::amk1004807@student.hamk.fi::bc735a11-d262-4af3-9650-71f7998a220a" providerId="AD" clId="Web-{ECEBD964-75E3-354C-9B7B-502EDF27B6B4}" dt="2025-10-23T20:42:28.853" v="294" actId="20577"/>
        <pc:sldMkLst>
          <pc:docMk/>
          <pc:sldMk cId="1315761435" sldId="265"/>
        </pc:sldMkLst>
        <pc:spChg chg="mod">
          <ac:chgData name="Muntasir Islam" userId="S::amk1004807@student.hamk.fi::bc735a11-d262-4af3-9650-71f7998a220a" providerId="AD" clId="Web-{ECEBD964-75E3-354C-9B7B-502EDF27B6B4}" dt="2025-10-23T20:42:28.853" v="294" actId="20577"/>
          <ac:spMkLst>
            <pc:docMk/>
            <pc:sldMk cId="1315761435" sldId="265"/>
            <ac:spMk id="2" creationId="{174163E8-6D20-AA13-30EF-99C9F366307F}"/>
          </ac:spMkLst>
        </pc:spChg>
      </pc:sldChg>
      <pc:sldChg chg="addSp delSp modSp">
        <pc:chgData name="Muntasir Islam" userId="S::amk1004807@student.hamk.fi::bc735a11-d262-4af3-9650-71f7998a220a" providerId="AD" clId="Web-{ECEBD964-75E3-354C-9B7B-502EDF27B6B4}" dt="2025-10-23T20:16:01.617" v="187" actId="1076"/>
        <pc:sldMkLst>
          <pc:docMk/>
          <pc:sldMk cId="799769409" sldId="270"/>
        </pc:sldMkLst>
        <pc:spChg chg="del">
          <ac:chgData name="Muntasir Islam" userId="S::amk1004807@student.hamk.fi::bc735a11-d262-4af3-9650-71f7998a220a" providerId="AD" clId="Web-{ECEBD964-75E3-354C-9B7B-502EDF27B6B4}" dt="2025-10-23T19:57:56.944" v="36"/>
          <ac:spMkLst>
            <pc:docMk/>
            <pc:sldMk cId="799769409" sldId="270"/>
            <ac:spMk id="3" creationId="{81E275C2-4584-5103-4923-1A4D91FC54EE}"/>
          </ac:spMkLst>
        </pc:spChg>
        <pc:spChg chg="add del mod">
          <ac:chgData name="Muntasir Islam" userId="S::amk1004807@student.hamk.fi::bc735a11-d262-4af3-9650-71f7998a220a" providerId="AD" clId="Web-{ECEBD964-75E3-354C-9B7B-502EDF27B6B4}" dt="2025-10-23T20:03:46.978" v="89"/>
          <ac:spMkLst>
            <pc:docMk/>
            <pc:sldMk cId="799769409" sldId="270"/>
            <ac:spMk id="4" creationId="{5079648F-650B-CEB4-1CB8-5E1537112DB5}"/>
          </ac:spMkLst>
        </pc:spChg>
        <pc:spChg chg="add mod">
          <ac:chgData name="Muntasir Islam" userId="S::amk1004807@student.hamk.fi::bc735a11-d262-4af3-9650-71f7998a220a" providerId="AD" clId="Web-{ECEBD964-75E3-354C-9B7B-502EDF27B6B4}" dt="2025-10-23T20:07:32.826" v="117" actId="1076"/>
          <ac:spMkLst>
            <pc:docMk/>
            <pc:sldMk cId="799769409" sldId="270"/>
            <ac:spMk id="5" creationId="{B037AE8E-F851-1847-CC4C-7B67124FADB5}"/>
          </ac:spMkLst>
        </pc:spChg>
        <pc:spChg chg="add mod">
          <ac:chgData name="Muntasir Islam" userId="S::amk1004807@student.hamk.fi::bc735a11-d262-4af3-9650-71f7998a220a" providerId="AD" clId="Web-{ECEBD964-75E3-354C-9B7B-502EDF27B6B4}" dt="2025-10-23T20:16:01.617" v="187" actId="1076"/>
          <ac:spMkLst>
            <pc:docMk/>
            <pc:sldMk cId="799769409" sldId="270"/>
            <ac:spMk id="6" creationId="{2B497E94-FF83-CA05-55A2-0C2283102EE6}"/>
          </ac:spMkLst>
        </pc:spChg>
        <pc:picChg chg="add mod modCrop">
          <ac:chgData name="Muntasir Islam" userId="S::amk1004807@student.hamk.fi::bc735a11-d262-4af3-9650-71f7998a220a" providerId="AD" clId="Web-{ECEBD964-75E3-354C-9B7B-502EDF27B6B4}" dt="2025-10-23T20:15:48.695" v="184" actId="1076"/>
          <ac:picMkLst>
            <pc:docMk/>
            <pc:sldMk cId="799769409" sldId="270"/>
            <ac:picMk id="7" creationId="{1E3A5C6E-5EC1-0D2B-C9E0-B6C6F69DE33F}"/>
          </ac:picMkLst>
        </pc:picChg>
        <pc:picChg chg="add mod modCrop">
          <ac:chgData name="Muntasir Islam" userId="S::amk1004807@student.hamk.fi::bc735a11-d262-4af3-9650-71f7998a220a" providerId="AD" clId="Web-{ECEBD964-75E3-354C-9B7B-502EDF27B6B4}" dt="2025-10-23T20:15:45.820" v="183" actId="1076"/>
          <ac:picMkLst>
            <pc:docMk/>
            <pc:sldMk cId="799769409" sldId="270"/>
            <ac:picMk id="8" creationId="{070DEBB4-D842-9E3A-D599-DEBBD9AFB21B}"/>
          </ac:picMkLst>
        </pc:picChg>
        <pc:picChg chg="add mod">
          <ac:chgData name="Muntasir Islam" userId="S::amk1004807@student.hamk.fi::bc735a11-d262-4af3-9650-71f7998a220a" providerId="AD" clId="Web-{ECEBD964-75E3-354C-9B7B-502EDF27B6B4}" dt="2025-10-23T20:15:52.258" v="185" actId="14100"/>
          <ac:picMkLst>
            <pc:docMk/>
            <pc:sldMk cId="799769409" sldId="270"/>
            <ac:picMk id="9" creationId="{0D1931D7-5E1F-CFA9-A30D-C7DEE3312919}"/>
          </ac:picMkLst>
        </pc:picChg>
      </pc:sldChg>
      <pc:sldChg chg="addSp delSp modSp new">
        <pc:chgData name="Muntasir Islam" userId="S::amk1004807@student.hamk.fi::bc735a11-d262-4af3-9650-71f7998a220a" providerId="AD" clId="Web-{ECEBD964-75E3-354C-9B7B-502EDF27B6B4}" dt="2025-10-23T20:29:56.864" v="283" actId="20577"/>
        <pc:sldMkLst>
          <pc:docMk/>
          <pc:sldMk cId="3283291166" sldId="271"/>
        </pc:sldMkLst>
        <pc:spChg chg="del">
          <ac:chgData name="Muntasir Islam" userId="S::amk1004807@student.hamk.fi::bc735a11-d262-4af3-9650-71f7998a220a" providerId="AD" clId="Web-{ECEBD964-75E3-354C-9B7B-502EDF27B6B4}" dt="2025-10-23T20:16:37.119" v="189"/>
          <ac:spMkLst>
            <pc:docMk/>
            <pc:sldMk cId="3283291166" sldId="271"/>
            <ac:spMk id="2" creationId="{655B6D3A-0E4D-A572-7395-DBBBDB34DAED}"/>
          </ac:spMkLst>
        </pc:spChg>
        <pc:spChg chg="del">
          <ac:chgData name="Muntasir Islam" userId="S::amk1004807@student.hamk.fi::bc735a11-d262-4af3-9650-71f7998a220a" providerId="AD" clId="Web-{ECEBD964-75E3-354C-9B7B-502EDF27B6B4}" dt="2025-10-23T20:16:39.915" v="190"/>
          <ac:spMkLst>
            <pc:docMk/>
            <pc:sldMk cId="3283291166" sldId="271"/>
            <ac:spMk id="3" creationId="{AF5162FD-AF9C-4288-2B6D-B84E0B850982}"/>
          </ac:spMkLst>
        </pc:spChg>
        <pc:spChg chg="add mod">
          <ac:chgData name="Muntasir Islam" userId="S::amk1004807@student.hamk.fi::bc735a11-d262-4af3-9650-71f7998a220a" providerId="AD" clId="Web-{ECEBD964-75E3-354C-9B7B-502EDF27B6B4}" dt="2025-10-23T20:18:21.294" v="241" actId="1076"/>
          <ac:spMkLst>
            <pc:docMk/>
            <pc:sldMk cId="3283291166" sldId="271"/>
            <ac:spMk id="5" creationId="{B815EDFB-58E4-5DB8-E37A-B251BF92A89E}"/>
          </ac:spMkLst>
        </pc:spChg>
        <pc:spChg chg="add mod">
          <ac:chgData name="Muntasir Islam" userId="S::amk1004807@student.hamk.fi::bc735a11-d262-4af3-9650-71f7998a220a" providerId="AD" clId="Web-{ECEBD964-75E3-354C-9B7B-502EDF27B6B4}" dt="2025-10-23T20:29:56.864" v="283" actId="20577"/>
          <ac:spMkLst>
            <pc:docMk/>
            <pc:sldMk cId="3283291166" sldId="271"/>
            <ac:spMk id="8" creationId="{7CFB88E0-DC78-E778-47DE-90A9EC097FB5}"/>
          </ac:spMkLst>
        </pc:spChg>
        <pc:picChg chg="add mod">
          <ac:chgData name="Muntasir Islam" userId="S::amk1004807@student.hamk.fi::bc735a11-d262-4af3-9650-71f7998a220a" providerId="AD" clId="Web-{ECEBD964-75E3-354C-9B7B-502EDF27B6B4}" dt="2025-10-23T20:18:51.654" v="245" actId="1076"/>
          <ac:picMkLst>
            <pc:docMk/>
            <pc:sldMk cId="3283291166" sldId="271"/>
            <ac:picMk id="6" creationId="{9FE3C6D6-0BDC-D9E8-AB02-6F98739BD529}"/>
          </ac:picMkLst>
        </pc:picChg>
        <pc:picChg chg="add mod">
          <ac:chgData name="Muntasir Islam" userId="S::amk1004807@student.hamk.fi::bc735a11-d262-4af3-9650-71f7998a220a" providerId="AD" clId="Web-{ECEBD964-75E3-354C-9B7B-502EDF27B6B4}" dt="2025-10-23T20:20:43.639" v="252" actId="14100"/>
          <ac:picMkLst>
            <pc:docMk/>
            <pc:sldMk cId="3283291166" sldId="271"/>
            <ac:picMk id="7" creationId="{476527DA-3F00-A3EE-83F7-D0AB7F3D9F21}"/>
          </ac:picMkLst>
        </pc:picChg>
      </pc:sldChg>
    </pc:docChg>
  </pc:docChgLst>
  <pc:docChgLst>
    <pc:chgData name="Md Maruf" userId="S::amk1005771@student.hamk.fi::31c29094-1b41-4ad9-bc6b-22ae7274bc33" providerId="AD" clId="Web-{554EFC98-1468-9F82-DCEB-17BF0E2E0929}"/>
    <pc:docChg chg="modSld">
      <pc:chgData name="Md Maruf" userId="S::amk1005771@student.hamk.fi::31c29094-1b41-4ad9-bc6b-22ae7274bc33" providerId="AD" clId="Web-{554EFC98-1468-9F82-DCEB-17BF0E2E0929}" dt="2025-10-23T10:28:46.784" v="14" actId="20577"/>
      <pc:docMkLst>
        <pc:docMk/>
      </pc:docMkLst>
      <pc:sldChg chg="modSp">
        <pc:chgData name="Md Maruf" userId="S::amk1005771@student.hamk.fi::31c29094-1b41-4ad9-bc6b-22ae7274bc33" providerId="AD" clId="Web-{554EFC98-1468-9F82-DCEB-17BF0E2E0929}" dt="2025-10-23T10:28:46.784" v="14" actId="20577"/>
        <pc:sldMkLst>
          <pc:docMk/>
          <pc:sldMk cId="1623036426" sldId="256"/>
        </pc:sldMkLst>
        <pc:spChg chg="mod">
          <ac:chgData name="Md Maruf" userId="S::amk1005771@student.hamk.fi::31c29094-1b41-4ad9-bc6b-22ae7274bc33" providerId="AD" clId="Web-{554EFC98-1468-9F82-DCEB-17BF0E2E0929}" dt="2025-10-23T10:28:46.784" v="14" actId="20577"/>
          <ac:spMkLst>
            <pc:docMk/>
            <pc:sldMk cId="1623036426" sldId="256"/>
            <ac:spMk id="3" creationId="{338B66AA-D83A-AC94-C763-E2A34442824D}"/>
          </ac:spMkLst>
        </pc:spChg>
      </pc:sldChg>
    </pc:docChg>
  </pc:docChgLst>
  <pc:docChgLst>
    <pc:chgData name="Md Maruf" userId="S::amk1005771@student.hamk.fi::31c29094-1b41-4ad9-bc6b-22ae7274bc33" providerId="AD" clId="Web-{7A2C339D-C7CF-946E-2024-9F579D56024E}"/>
    <pc:docChg chg="modSld">
      <pc:chgData name="Md Maruf" userId="S::amk1005771@student.hamk.fi::31c29094-1b41-4ad9-bc6b-22ae7274bc33" providerId="AD" clId="Web-{7A2C339D-C7CF-946E-2024-9F579D56024E}" dt="2025-10-23T16:47:15.241" v="7" actId="20577"/>
      <pc:docMkLst>
        <pc:docMk/>
      </pc:docMkLst>
      <pc:sldChg chg="modSp">
        <pc:chgData name="Md Maruf" userId="S::amk1005771@student.hamk.fi::31c29094-1b41-4ad9-bc6b-22ae7274bc33" providerId="AD" clId="Web-{7A2C339D-C7CF-946E-2024-9F579D56024E}" dt="2025-10-23T16:47:15.241" v="7" actId="20577"/>
        <pc:sldMkLst>
          <pc:docMk/>
          <pc:sldMk cId="1643306503" sldId="266"/>
        </pc:sldMkLst>
        <pc:graphicFrameChg chg="mod modGraphic">
          <ac:chgData name="Md Maruf" userId="S::amk1005771@student.hamk.fi::31c29094-1b41-4ad9-bc6b-22ae7274bc33" providerId="AD" clId="Web-{7A2C339D-C7CF-946E-2024-9F579D56024E}" dt="2025-10-23T16:47:15.241" v="7" actId="20577"/>
          <ac:graphicFrameMkLst>
            <pc:docMk/>
            <pc:sldMk cId="1643306503" sldId="266"/>
            <ac:graphicFrameMk id="18" creationId="{9BB53A3A-7740-D3E8-3FC1-FECC7293E28E}"/>
          </ac:graphicFrameMkLst>
        </pc:graphicFrameChg>
      </pc:sldChg>
    </pc:docChg>
  </pc:docChgLst>
  <pc:docChgLst>
    <pc:chgData name="Muntasir Islam" userId="S::amk1004807@student.hamk.fi::bc735a11-d262-4af3-9650-71f7998a220a" providerId="AD" clId="Web-{70CD4186-B99A-CDD1-A156-0D7DB127945C}"/>
    <pc:docChg chg="modSld">
      <pc:chgData name="Muntasir Islam" userId="S::amk1004807@student.hamk.fi::bc735a11-d262-4af3-9650-71f7998a220a" providerId="AD" clId="Web-{70CD4186-B99A-CDD1-A156-0D7DB127945C}" dt="2025-10-23T12:27:55.021" v="1009" actId="1076"/>
      <pc:docMkLst>
        <pc:docMk/>
      </pc:docMkLst>
      <pc:sldChg chg="addSp delSp modSp">
        <pc:chgData name="Muntasir Islam" userId="S::amk1004807@student.hamk.fi::bc735a11-d262-4af3-9650-71f7998a220a" providerId="AD" clId="Web-{70CD4186-B99A-CDD1-A156-0D7DB127945C}" dt="2025-10-23T11:53:16.075" v="551" actId="14100"/>
        <pc:sldMkLst>
          <pc:docMk/>
          <pc:sldMk cId="2702755104" sldId="257"/>
        </pc:sldMkLst>
        <pc:spChg chg="add del">
          <ac:chgData name="Muntasir Islam" userId="S::amk1004807@student.hamk.fi::bc735a11-d262-4af3-9650-71f7998a220a" providerId="AD" clId="Web-{70CD4186-B99A-CDD1-A156-0D7DB127945C}" dt="2025-10-23T11:24:17.617" v="1"/>
          <ac:spMkLst>
            <pc:docMk/>
            <pc:sldMk cId="2702755104" sldId="257"/>
            <ac:spMk id="3" creationId="{2B566528-1B12-4246-9431-5C2D7D081168}"/>
          </ac:spMkLst>
        </pc:spChg>
        <pc:spChg chg="mod">
          <ac:chgData name="Muntasir Islam" userId="S::amk1004807@student.hamk.fi::bc735a11-d262-4af3-9650-71f7998a220a" providerId="AD" clId="Web-{70CD4186-B99A-CDD1-A156-0D7DB127945C}" dt="2025-10-23T11:53:16.075" v="551" actId="14100"/>
          <ac:spMkLst>
            <pc:docMk/>
            <pc:sldMk cId="2702755104" sldId="257"/>
            <ac:spMk id="8" creationId="{BDA76A01-4B00-F954-BEA7-D1242335F3A3}"/>
          </ac:spMkLst>
        </pc:spChg>
        <pc:picChg chg="del">
          <ac:chgData name="Muntasir Islam" userId="S::amk1004807@student.hamk.fi::bc735a11-d262-4af3-9650-71f7998a220a" providerId="AD" clId="Web-{70CD4186-B99A-CDD1-A156-0D7DB127945C}" dt="2025-10-23T11:38:21.329" v="109"/>
          <ac:picMkLst>
            <pc:docMk/>
            <pc:sldMk cId="2702755104" sldId="257"/>
            <ac:picMk id="4" creationId="{C3C1E96C-620A-C175-5CE3-33B4BFF1053E}"/>
          </ac:picMkLst>
        </pc:picChg>
        <pc:picChg chg="mod">
          <ac:chgData name="Muntasir Islam" userId="S::amk1004807@student.hamk.fi::bc735a11-d262-4af3-9650-71f7998a220a" providerId="AD" clId="Web-{70CD4186-B99A-CDD1-A156-0D7DB127945C}" dt="2025-10-23T11:52:20.137" v="507" actId="14100"/>
          <ac:picMkLst>
            <pc:docMk/>
            <pc:sldMk cId="2702755104" sldId="257"/>
            <ac:picMk id="6" creationId="{B04B6C36-6041-DA35-39F2-9FDC4A7D6E45}"/>
          </ac:picMkLst>
        </pc:picChg>
        <pc:picChg chg="add mod">
          <ac:chgData name="Muntasir Islam" userId="S::amk1004807@student.hamk.fi::bc735a11-d262-4af3-9650-71f7998a220a" providerId="AD" clId="Web-{70CD4186-B99A-CDD1-A156-0D7DB127945C}" dt="2025-10-23T11:52:16.325" v="506" actId="1076"/>
          <ac:picMkLst>
            <pc:docMk/>
            <pc:sldMk cId="2702755104" sldId="257"/>
            <ac:picMk id="7" creationId="{9FAD48DA-5D2E-98FF-FDF0-FE30A37DFE6F}"/>
          </ac:picMkLst>
        </pc:picChg>
      </pc:sldChg>
      <pc:sldChg chg="delSp modSp">
        <pc:chgData name="Muntasir Islam" userId="S::amk1004807@student.hamk.fi::bc735a11-d262-4af3-9650-71f7998a220a" providerId="AD" clId="Web-{70CD4186-B99A-CDD1-A156-0D7DB127945C}" dt="2025-10-23T12:09:24.805" v="728"/>
        <pc:sldMkLst>
          <pc:docMk/>
          <pc:sldMk cId="1978058230" sldId="258"/>
        </pc:sldMkLst>
        <pc:spChg chg="del mod">
          <ac:chgData name="Muntasir Islam" userId="S::amk1004807@student.hamk.fi::bc735a11-d262-4af3-9650-71f7998a220a" providerId="AD" clId="Web-{70CD4186-B99A-CDD1-A156-0D7DB127945C}" dt="2025-10-23T12:09:24.805" v="728"/>
          <ac:spMkLst>
            <pc:docMk/>
            <pc:sldMk cId="1978058230" sldId="258"/>
            <ac:spMk id="7" creationId="{0CA2D453-E696-6980-D7FA-E5FB8C980E73}"/>
          </ac:spMkLst>
        </pc:spChg>
      </pc:sldChg>
      <pc:sldChg chg="addSp delSp modSp">
        <pc:chgData name="Muntasir Islam" userId="S::amk1004807@student.hamk.fi::bc735a11-d262-4af3-9650-71f7998a220a" providerId="AD" clId="Web-{70CD4186-B99A-CDD1-A156-0D7DB127945C}" dt="2025-10-23T12:11:07.884" v="729" actId="1076"/>
        <pc:sldMkLst>
          <pc:docMk/>
          <pc:sldMk cId="970988760" sldId="261"/>
        </pc:sldMkLst>
        <pc:spChg chg="mod">
          <ac:chgData name="Muntasir Islam" userId="S::amk1004807@student.hamk.fi::bc735a11-d262-4af3-9650-71f7998a220a" providerId="AD" clId="Web-{70CD4186-B99A-CDD1-A156-0D7DB127945C}" dt="2025-10-23T11:55:52.013" v="566" actId="20577"/>
          <ac:spMkLst>
            <pc:docMk/>
            <pc:sldMk cId="970988760" sldId="261"/>
            <ac:spMk id="2" creationId="{84419DF0-6A13-C14C-ED54-71AFE5883831}"/>
          </ac:spMkLst>
        </pc:spChg>
        <pc:spChg chg="mod">
          <ac:chgData name="Muntasir Islam" userId="S::amk1004807@student.hamk.fi::bc735a11-d262-4af3-9650-71f7998a220a" providerId="AD" clId="Web-{70CD4186-B99A-CDD1-A156-0D7DB127945C}" dt="2025-10-23T12:05:07.023" v="726" actId="20577"/>
          <ac:spMkLst>
            <pc:docMk/>
            <pc:sldMk cId="970988760" sldId="261"/>
            <ac:spMk id="3" creationId="{BA707EBC-232B-C0D4-5DB3-1158298377DA}"/>
          </ac:spMkLst>
        </pc:spChg>
        <pc:picChg chg="add mod">
          <ac:chgData name="Muntasir Islam" userId="S::amk1004807@student.hamk.fi::bc735a11-d262-4af3-9650-71f7998a220a" providerId="AD" clId="Web-{70CD4186-B99A-CDD1-A156-0D7DB127945C}" dt="2025-10-23T12:02:12.990" v="710" actId="1076"/>
          <ac:picMkLst>
            <pc:docMk/>
            <pc:sldMk cId="970988760" sldId="261"/>
            <ac:picMk id="4" creationId="{463F0B68-6D4D-C0AA-336F-928427C2629B}"/>
          </ac:picMkLst>
        </pc:picChg>
        <pc:picChg chg="mod">
          <ac:chgData name="Muntasir Islam" userId="S::amk1004807@student.hamk.fi::bc735a11-d262-4af3-9650-71f7998a220a" providerId="AD" clId="Web-{70CD4186-B99A-CDD1-A156-0D7DB127945C}" dt="2025-10-23T12:11:07.884" v="729" actId="1076"/>
          <ac:picMkLst>
            <pc:docMk/>
            <pc:sldMk cId="970988760" sldId="261"/>
            <ac:picMk id="5" creationId="{DC62DB89-0127-4621-13FA-37A52217C47B}"/>
          </ac:picMkLst>
        </pc:picChg>
        <pc:picChg chg="del">
          <ac:chgData name="Muntasir Islam" userId="S::amk1004807@student.hamk.fi::bc735a11-d262-4af3-9650-71f7998a220a" providerId="AD" clId="Web-{70CD4186-B99A-CDD1-A156-0D7DB127945C}" dt="2025-10-23T11:55:56.544" v="567"/>
          <ac:picMkLst>
            <pc:docMk/>
            <pc:sldMk cId="970988760" sldId="261"/>
            <ac:picMk id="15" creationId="{D029580D-0EB0-E27F-C889-6D48639D41CF}"/>
          </ac:picMkLst>
        </pc:picChg>
      </pc:sldChg>
      <pc:sldChg chg="addSp delSp modSp">
        <pc:chgData name="Muntasir Islam" userId="S::amk1004807@student.hamk.fi::bc735a11-d262-4af3-9650-71f7998a220a" providerId="AD" clId="Web-{70CD4186-B99A-CDD1-A156-0D7DB127945C}" dt="2025-10-23T11:53:03.216" v="547" actId="1076"/>
        <pc:sldMkLst>
          <pc:docMk/>
          <pc:sldMk cId="1315761435" sldId="265"/>
        </pc:sldMkLst>
        <pc:spChg chg="mod">
          <ac:chgData name="Muntasir Islam" userId="S::amk1004807@student.hamk.fi::bc735a11-d262-4af3-9650-71f7998a220a" providerId="AD" clId="Web-{70CD4186-B99A-CDD1-A156-0D7DB127945C}" dt="2025-10-23T11:41:54.677" v="198" actId="20577"/>
          <ac:spMkLst>
            <pc:docMk/>
            <pc:sldMk cId="1315761435" sldId="265"/>
            <ac:spMk id="2" creationId="{174163E8-6D20-AA13-30EF-99C9F366307F}"/>
          </ac:spMkLst>
        </pc:spChg>
        <pc:spChg chg="mod">
          <ac:chgData name="Muntasir Islam" userId="S::amk1004807@student.hamk.fi::bc735a11-d262-4af3-9650-71f7998a220a" providerId="AD" clId="Web-{70CD4186-B99A-CDD1-A156-0D7DB127945C}" dt="2025-10-23T11:53:02.403" v="546" actId="20577"/>
          <ac:spMkLst>
            <pc:docMk/>
            <pc:sldMk cId="1315761435" sldId="265"/>
            <ac:spMk id="3" creationId="{8635E02C-DB4E-6BFB-1291-18A30A3DCF05}"/>
          </ac:spMkLst>
        </pc:spChg>
        <pc:picChg chg="del">
          <ac:chgData name="Muntasir Islam" userId="S::amk1004807@student.hamk.fi::bc735a11-d262-4af3-9650-71f7998a220a" providerId="AD" clId="Web-{70CD4186-B99A-CDD1-A156-0D7DB127945C}" dt="2025-10-23T11:37:41.891" v="106"/>
          <ac:picMkLst>
            <pc:docMk/>
            <pc:sldMk cId="1315761435" sldId="265"/>
            <ac:picMk id="5" creationId="{D6452EE2-C393-A4E2-7216-EDDC1CF478DC}"/>
          </ac:picMkLst>
        </pc:picChg>
        <pc:picChg chg="add mod">
          <ac:chgData name="Muntasir Islam" userId="S::amk1004807@student.hamk.fi::bc735a11-d262-4af3-9650-71f7998a220a" providerId="AD" clId="Web-{70CD4186-B99A-CDD1-A156-0D7DB127945C}" dt="2025-10-23T11:45:02.415" v="382" actId="1076"/>
          <ac:picMkLst>
            <pc:docMk/>
            <pc:sldMk cId="1315761435" sldId="265"/>
            <ac:picMk id="6" creationId="{81E8EE86-FB3B-B421-3BC0-D241A944CB9B}"/>
          </ac:picMkLst>
        </pc:picChg>
        <pc:picChg chg="add mod">
          <ac:chgData name="Muntasir Islam" userId="S::amk1004807@student.hamk.fi::bc735a11-d262-4af3-9650-71f7998a220a" providerId="AD" clId="Web-{70CD4186-B99A-CDD1-A156-0D7DB127945C}" dt="2025-10-23T11:53:03.216" v="547" actId="1076"/>
          <ac:picMkLst>
            <pc:docMk/>
            <pc:sldMk cId="1315761435" sldId="265"/>
            <ac:picMk id="7" creationId="{BF22FF0B-7D6A-5A6F-344C-1A79CE8023F4}"/>
          </ac:picMkLst>
        </pc:picChg>
      </pc:sldChg>
      <pc:sldChg chg="addSp delSp modSp">
        <pc:chgData name="Muntasir Islam" userId="S::amk1004807@student.hamk.fi::bc735a11-d262-4af3-9650-71f7998a220a" providerId="AD" clId="Web-{70CD4186-B99A-CDD1-A156-0D7DB127945C}" dt="2025-10-23T12:22:58.941" v="964" actId="20577"/>
        <pc:sldMkLst>
          <pc:docMk/>
          <pc:sldMk cId="1284030137" sldId="268"/>
        </pc:sldMkLst>
        <pc:spChg chg="mod">
          <ac:chgData name="Muntasir Islam" userId="S::amk1004807@student.hamk.fi::bc735a11-d262-4af3-9650-71f7998a220a" providerId="AD" clId="Web-{70CD4186-B99A-CDD1-A156-0D7DB127945C}" dt="2025-10-23T12:22:58.941" v="964" actId="20577"/>
          <ac:spMkLst>
            <pc:docMk/>
            <pc:sldMk cId="1284030137" sldId="268"/>
            <ac:spMk id="2" creationId="{C6E4C9B6-D829-9980-3581-48619D509451}"/>
          </ac:spMkLst>
        </pc:spChg>
        <pc:spChg chg="mod">
          <ac:chgData name="Muntasir Islam" userId="S::amk1004807@student.hamk.fi::bc735a11-d262-4af3-9650-71f7998a220a" providerId="AD" clId="Web-{70CD4186-B99A-CDD1-A156-0D7DB127945C}" dt="2025-10-23T12:21:19.300" v="943" actId="14100"/>
          <ac:spMkLst>
            <pc:docMk/>
            <pc:sldMk cId="1284030137" sldId="268"/>
            <ac:spMk id="3" creationId="{E1C36502-8E71-00F8-FDAA-E10C9FECA08F}"/>
          </ac:spMkLst>
        </pc:spChg>
        <pc:picChg chg="add mod">
          <ac:chgData name="Muntasir Islam" userId="S::amk1004807@student.hamk.fi::bc735a11-d262-4af3-9650-71f7998a220a" providerId="AD" clId="Web-{70CD4186-B99A-CDD1-A156-0D7DB127945C}" dt="2025-10-23T12:21:13.940" v="941" actId="1076"/>
          <ac:picMkLst>
            <pc:docMk/>
            <pc:sldMk cId="1284030137" sldId="268"/>
            <ac:picMk id="4" creationId="{88AFBAFD-1948-FB1F-C217-7BA1246A6875}"/>
          </ac:picMkLst>
        </pc:picChg>
        <pc:picChg chg="del">
          <ac:chgData name="Muntasir Islam" userId="S::amk1004807@student.hamk.fi::bc735a11-d262-4af3-9650-71f7998a220a" providerId="AD" clId="Web-{70CD4186-B99A-CDD1-A156-0D7DB127945C}" dt="2025-10-23T12:14:25.089" v="759"/>
          <ac:picMkLst>
            <pc:docMk/>
            <pc:sldMk cId="1284030137" sldId="268"/>
            <ac:picMk id="5" creationId="{2A98906F-C51D-C1B1-F27D-B0697368A6CC}"/>
          </ac:picMkLst>
        </pc:picChg>
        <pc:picChg chg="del">
          <ac:chgData name="Muntasir Islam" userId="S::amk1004807@student.hamk.fi::bc735a11-d262-4af3-9650-71f7998a220a" providerId="AD" clId="Web-{70CD4186-B99A-CDD1-A156-0D7DB127945C}" dt="2025-10-23T12:14:26.839" v="760"/>
          <ac:picMkLst>
            <pc:docMk/>
            <pc:sldMk cId="1284030137" sldId="268"/>
            <ac:picMk id="7" creationId="{8637F1CA-0773-83B2-3255-53F934C3C1C8}"/>
          </ac:picMkLst>
        </pc:picChg>
      </pc:sldChg>
      <pc:sldChg chg="addSp delSp modSp">
        <pc:chgData name="Muntasir Islam" userId="S::amk1004807@student.hamk.fi::bc735a11-d262-4af3-9650-71f7998a220a" providerId="AD" clId="Web-{70CD4186-B99A-CDD1-A156-0D7DB127945C}" dt="2025-10-23T12:27:55.021" v="1009" actId="1076"/>
        <pc:sldMkLst>
          <pc:docMk/>
          <pc:sldMk cId="3908386704" sldId="269"/>
        </pc:sldMkLst>
        <pc:spChg chg="mod">
          <ac:chgData name="Muntasir Islam" userId="S::amk1004807@student.hamk.fi::bc735a11-d262-4af3-9650-71f7998a220a" providerId="AD" clId="Web-{70CD4186-B99A-CDD1-A156-0D7DB127945C}" dt="2025-10-23T12:23:43.238" v="985" actId="20577"/>
          <ac:spMkLst>
            <pc:docMk/>
            <pc:sldMk cId="3908386704" sldId="269"/>
            <ac:spMk id="2" creationId="{C6E4C9B6-D829-9980-3581-48619D509451}"/>
          </ac:spMkLst>
        </pc:spChg>
        <pc:spChg chg="mod">
          <ac:chgData name="Muntasir Islam" userId="S::amk1004807@student.hamk.fi::bc735a11-d262-4af3-9650-71f7998a220a" providerId="AD" clId="Web-{70CD4186-B99A-CDD1-A156-0D7DB127945C}" dt="2025-10-23T12:27:55.021" v="1009" actId="1076"/>
          <ac:spMkLst>
            <pc:docMk/>
            <pc:sldMk cId="3908386704" sldId="269"/>
            <ac:spMk id="3" creationId="{E1C36502-8E71-00F8-FDAA-E10C9FECA08F}"/>
          </ac:spMkLst>
        </pc:spChg>
        <pc:picChg chg="add mod">
          <ac:chgData name="Muntasir Islam" userId="S::amk1004807@student.hamk.fi::bc735a11-d262-4af3-9650-71f7998a220a" providerId="AD" clId="Web-{70CD4186-B99A-CDD1-A156-0D7DB127945C}" dt="2025-10-23T12:27:34.161" v="1003" actId="1076"/>
          <ac:picMkLst>
            <pc:docMk/>
            <pc:sldMk cId="3908386704" sldId="269"/>
            <ac:picMk id="4" creationId="{B7E72726-43F4-3748-7215-7E0A664B3CA9}"/>
          </ac:picMkLst>
        </pc:picChg>
        <pc:picChg chg="del">
          <ac:chgData name="Muntasir Islam" userId="S::amk1004807@student.hamk.fi::bc735a11-d262-4af3-9650-71f7998a220a" providerId="AD" clId="Web-{70CD4186-B99A-CDD1-A156-0D7DB127945C}" dt="2025-10-23T12:22:24.128" v="944"/>
          <ac:picMkLst>
            <pc:docMk/>
            <pc:sldMk cId="3908386704" sldId="269"/>
            <ac:picMk id="6" creationId="{19739809-D364-010A-DB5A-BB32D2B975DF}"/>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D4E6C1B-470E-4533-85C1-D89A53495DFE}" type="doc">
      <dgm:prSet loTypeId="urn:microsoft.com/office/officeart/2005/8/layout/default" loCatId="list" qsTypeId="urn:microsoft.com/office/officeart/2005/8/quickstyle/simple1" qsCatId="simple" csTypeId="urn:microsoft.com/office/officeart/2005/8/colors/colorful5" csCatId="colorful" phldr="1"/>
      <dgm:spPr/>
      <dgm:t>
        <a:bodyPr/>
        <a:lstStyle/>
        <a:p>
          <a:endParaRPr lang="en-US"/>
        </a:p>
      </dgm:t>
    </dgm:pt>
    <dgm:pt modelId="{3D2CA8B9-23DF-4426-BEE5-F6C2D6356A67}">
      <dgm:prSet/>
      <dgm:spPr/>
      <dgm:t>
        <a:bodyPr/>
        <a:lstStyle/>
        <a:p>
          <a:pPr algn="l" rtl="0">
            <a:lnSpc>
              <a:spcPct val="90000"/>
            </a:lnSpc>
          </a:pPr>
          <a:r>
            <a:rPr lang="en-US" sz="2000">
              <a:latin typeface="Calibri" panose="020F0502020204030204"/>
              <a:ea typeface="+mn-ea"/>
              <a:cs typeface="+mn-cs"/>
            </a:rPr>
            <a:t>Interviewed by 82 employees to measure satisfaction with management, colleagues, working environment, salary, and tasks</a:t>
          </a:r>
        </a:p>
      </dgm:t>
    </dgm:pt>
    <dgm:pt modelId="{1562B301-B286-480A-B88E-A361F01DF5A8}" type="parTrans" cxnId="{D9A400B2-DDAA-46FA-AD84-2C2236218EC4}">
      <dgm:prSet/>
      <dgm:spPr/>
      <dgm:t>
        <a:bodyPr/>
        <a:lstStyle/>
        <a:p>
          <a:endParaRPr lang="en-US"/>
        </a:p>
      </dgm:t>
    </dgm:pt>
    <dgm:pt modelId="{7AEBC665-68C5-4923-A960-6167D93226AD}" type="sibTrans" cxnId="{D9A400B2-DDAA-46FA-AD84-2C2236218EC4}">
      <dgm:prSet/>
      <dgm:spPr/>
      <dgm:t>
        <a:bodyPr/>
        <a:lstStyle/>
        <a:p>
          <a:endParaRPr lang="en-US"/>
        </a:p>
      </dgm:t>
    </dgm:pt>
    <dgm:pt modelId="{BDA270C1-79CA-46C5-964B-6FED85E11C10}">
      <dgm:prSet phldr="0"/>
      <dgm:spPr/>
      <dgm:t>
        <a:bodyPr/>
        <a:lstStyle/>
        <a:p>
          <a:pPr algn="l" rtl="0">
            <a:lnSpc>
              <a:spcPct val="90000"/>
            </a:lnSpc>
          </a:pPr>
          <a:r>
            <a:rPr lang="en-US" sz="2000">
              <a:latin typeface="Calibri" panose="020F0502020204030204"/>
              <a:ea typeface="+mn-ea"/>
              <a:cs typeface="+mn-cs"/>
            </a:rPr>
            <a:t>The dataset used for this analysis was collected through an workplace satisfaction survey.</a:t>
          </a:r>
        </a:p>
      </dgm:t>
    </dgm:pt>
    <dgm:pt modelId="{B0CB3074-6B62-4B73-AADD-FBA71BB62737}" type="parTrans" cxnId="{699D60CF-19F1-416F-8C2D-8A902E70E92F}">
      <dgm:prSet/>
      <dgm:spPr/>
    </dgm:pt>
    <dgm:pt modelId="{53321E8B-51F6-4F81-A2F4-AD744068A639}" type="sibTrans" cxnId="{699D60CF-19F1-416F-8C2D-8A902E70E92F}">
      <dgm:prSet/>
      <dgm:spPr/>
    </dgm:pt>
    <dgm:pt modelId="{64C8D961-AB8E-4A93-A76A-A50DDCDF118B}">
      <dgm:prSet phldr="0"/>
      <dgm:spPr/>
      <dgm:t>
        <a:bodyPr/>
        <a:lstStyle/>
        <a:p>
          <a:pPr algn="l" rtl="0">
            <a:lnSpc>
              <a:spcPct val="90000"/>
            </a:lnSpc>
          </a:pPr>
          <a:r>
            <a:rPr lang="en-US" sz="2000" baseline="0">
              <a:latin typeface="Calibri" panose="020F0502020204030204"/>
              <a:ea typeface="Calibri"/>
              <a:cs typeface="Calibri"/>
            </a:rPr>
            <a:t>The collected responses help in analyzing patterns, trends, and correlations between variables such as job role, years of experience, gender, and satisfaction levels. </a:t>
          </a:r>
        </a:p>
      </dgm:t>
    </dgm:pt>
    <dgm:pt modelId="{6390F8DB-8A88-45D1-88BA-B2065DC3537A}" type="parTrans" cxnId="{9055D4ED-F31B-457C-AB77-914236F3589A}">
      <dgm:prSet/>
      <dgm:spPr/>
    </dgm:pt>
    <dgm:pt modelId="{EBA6EFDA-78FA-4EE1-ABED-631559A67C44}" type="sibTrans" cxnId="{9055D4ED-F31B-457C-AB77-914236F3589A}">
      <dgm:prSet/>
      <dgm:spPr/>
    </dgm:pt>
    <dgm:pt modelId="{8CE9E739-A8E4-49DC-B26B-410C11BA8D6C}">
      <dgm:prSet phldr="0"/>
      <dgm:spPr/>
      <dgm:t>
        <a:bodyPr/>
        <a:lstStyle/>
        <a:p>
          <a:pPr algn="l">
            <a:lnSpc>
              <a:spcPct val="90000"/>
            </a:lnSpc>
          </a:pPr>
          <a:r>
            <a:rPr lang="en-US" sz="2000">
              <a:latin typeface="Calibri" panose="020F0502020204030204"/>
              <a:ea typeface="+mn-ea"/>
              <a:cs typeface="+mn-cs"/>
            </a:rPr>
            <a:t>This data provides a comprehensive view of how employees perceive their workplace.</a:t>
          </a:r>
        </a:p>
      </dgm:t>
    </dgm:pt>
    <dgm:pt modelId="{DF887590-5577-422B-BB19-6366F34CF8A1}" type="parTrans" cxnId="{DFF247E0-8BE7-40C7-B897-66A33DE1AAC9}">
      <dgm:prSet/>
      <dgm:spPr/>
    </dgm:pt>
    <dgm:pt modelId="{0D909CD2-2BF4-4E4A-B045-65797BDDB9BB}" type="sibTrans" cxnId="{DFF247E0-8BE7-40C7-B897-66A33DE1AAC9}">
      <dgm:prSet/>
      <dgm:spPr/>
    </dgm:pt>
    <dgm:pt modelId="{F3DE367A-EBA1-4111-9380-D1C762BAA615}" type="pres">
      <dgm:prSet presAssocID="{ED4E6C1B-470E-4533-85C1-D89A53495DFE}" presName="diagram" presStyleCnt="0">
        <dgm:presLayoutVars>
          <dgm:dir/>
          <dgm:resizeHandles val="exact"/>
        </dgm:presLayoutVars>
      </dgm:prSet>
      <dgm:spPr/>
    </dgm:pt>
    <dgm:pt modelId="{1B497D40-D35C-4A6B-B791-AAF8674ABED2}" type="pres">
      <dgm:prSet presAssocID="{BDA270C1-79CA-46C5-964B-6FED85E11C10}" presName="node" presStyleLbl="node1" presStyleIdx="0" presStyleCnt="4">
        <dgm:presLayoutVars>
          <dgm:bulletEnabled val="1"/>
        </dgm:presLayoutVars>
      </dgm:prSet>
      <dgm:spPr/>
    </dgm:pt>
    <dgm:pt modelId="{922DFCEC-50B2-4436-8BC3-6DC3EFAC5FE8}" type="pres">
      <dgm:prSet presAssocID="{53321E8B-51F6-4F81-A2F4-AD744068A639}" presName="sibTrans" presStyleCnt="0"/>
      <dgm:spPr/>
    </dgm:pt>
    <dgm:pt modelId="{11D4DFFA-B7EA-4535-8AE7-E7A5DCFB1D0C}" type="pres">
      <dgm:prSet presAssocID="{8CE9E739-A8E4-49DC-B26B-410C11BA8D6C}" presName="node" presStyleLbl="node1" presStyleIdx="1" presStyleCnt="4">
        <dgm:presLayoutVars>
          <dgm:bulletEnabled val="1"/>
        </dgm:presLayoutVars>
      </dgm:prSet>
      <dgm:spPr/>
    </dgm:pt>
    <dgm:pt modelId="{1E8525F3-0C72-4D73-A117-C63239DE2846}" type="pres">
      <dgm:prSet presAssocID="{0D909CD2-2BF4-4E4A-B045-65797BDDB9BB}" presName="sibTrans" presStyleCnt="0"/>
      <dgm:spPr/>
    </dgm:pt>
    <dgm:pt modelId="{7CA529AE-16EE-4018-9B06-8008D8AEAA3F}" type="pres">
      <dgm:prSet presAssocID="{3D2CA8B9-23DF-4426-BEE5-F6C2D6356A67}" presName="node" presStyleLbl="node1" presStyleIdx="2" presStyleCnt="4">
        <dgm:presLayoutVars>
          <dgm:bulletEnabled val="1"/>
        </dgm:presLayoutVars>
      </dgm:prSet>
      <dgm:spPr/>
    </dgm:pt>
    <dgm:pt modelId="{8D088F06-1556-405E-81C3-35A1B1381C5D}" type="pres">
      <dgm:prSet presAssocID="{7AEBC665-68C5-4923-A960-6167D93226AD}" presName="sibTrans" presStyleCnt="0"/>
      <dgm:spPr/>
    </dgm:pt>
    <dgm:pt modelId="{1FE79B7E-6036-487C-AECD-56A066DE235D}" type="pres">
      <dgm:prSet presAssocID="{64C8D961-AB8E-4A93-A76A-A50DDCDF118B}" presName="node" presStyleLbl="node1" presStyleIdx="3" presStyleCnt="4">
        <dgm:presLayoutVars>
          <dgm:bulletEnabled val="1"/>
        </dgm:presLayoutVars>
      </dgm:prSet>
      <dgm:spPr/>
    </dgm:pt>
  </dgm:ptLst>
  <dgm:cxnLst>
    <dgm:cxn modelId="{2D63CD0E-57F0-4BF8-96D2-6B0368074FE7}" type="presOf" srcId="{BDA270C1-79CA-46C5-964B-6FED85E11C10}" destId="{1B497D40-D35C-4A6B-B791-AAF8674ABED2}" srcOrd="0" destOrd="0" presId="urn:microsoft.com/office/officeart/2005/8/layout/default"/>
    <dgm:cxn modelId="{DEBB2D0F-6231-498D-BE88-8163C5A00EC1}" type="presOf" srcId="{64C8D961-AB8E-4A93-A76A-A50DDCDF118B}" destId="{1FE79B7E-6036-487C-AECD-56A066DE235D}" srcOrd="0" destOrd="0" presId="urn:microsoft.com/office/officeart/2005/8/layout/default"/>
    <dgm:cxn modelId="{2F971A43-C9DD-4232-9126-82670622A216}" type="presOf" srcId="{ED4E6C1B-470E-4533-85C1-D89A53495DFE}" destId="{F3DE367A-EBA1-4111-9380-D1C762BAA615}" srcOrd="0" destOrd="0" presId="urn:microsoft.com/office/officeart/2005/8/layout/default"/>
    <dgm:cxn modelId="{7AF311AA-3ACF-4899-95B5-AB91475DE54C}" type="presOf" srcId="{3D2CA8B9-23DF-4426-BEE5-F6C2D6356A67}" destId="{7CA529AE-16EE-4018-9B06-8008D8AEAA3F}" srcOrd="0" destOrd="0" presId="urn:microsoft.com/office/officeart/2005/8/layout/default"/>
    <dgm:cxn modelId="{EB1B30AA-99EF-4C23-BC3B-7DD1CD312D74}" type="presOf" srcId="{8CE9E739-A8E4-49DC-B26B-410C11BA8D6C}" destId="{11D4DFFA-B7EA-4535-8AE7-E7A5DCFB1D0C}" srcOrd="0" destOrd="0" presId="urn:microsoft.com/office/officeart/2005/8/layout/default"/>
    <dgm:cxn modelId="{D9A400B2-DDAA-46FA-AD84-2C2236218EC4}" srcId="{ED4E6C1B-470E-4533-85C1-D89A53495DFE}" destId="{3D2CA8B9-23DF-4426-BEE5-F6C2D6356A67}" srcOrd="2" destOrd="0" parTransId="{1562B301-B286-480A-B88E-A361F01DF5A8}" sibTransId="{7AEBC665-68C5-4923-A960-6167D93226AD}"/>
    <dgm:cxn modelId="{699D60CF-19F1-416F-8C2D-8A902E70E92F}" srcId="{ED4E6C1B-470E-4533-85C1-D89A53495DFE}" destId="{BDA270C1-79CA-46C5-964B-6FED85E11C10}" srcOrd="0" destOrd="0" parTransId="{B0CB3074-6B62-4B73-AADD-FBA71BB62737}" sibTransId="{53321E8B-51F6-4F81-A2F4-AD744068A639}"/>
    <dgm:cxn modelId="{DFF247E0-8BE7-40C7-B897-66A33DE1AAC9}" srcId="{ED4E6C1B-470E-4533-85C1-D89A53495DFE}" destId="{8CE9E739-A8E4-49DC-B26B-410C11BA8D6C}" srcOrd="1" destOrd="0" parTransId="{DF887590-5577-422B-BB19-6366F34CF8A1}" sibTransId="{0D909CD2-2BF4-4E4A-B045-65797BDDB9BB}"/>
    <dgm:cxn modelId="{9055D4ED-F31B-457C-AB77-914236F3589A}" srcId="{ED4E6C1B-470E-4533-85C1-D89A53495DFE}" destId="{64C8D961-AB8E-4A93-A76A-A50DDCDF118B}" srcOrd="3" destOrd="0" parTransId="{6390F8DB-8A88-45D1-88BA-B2065DC3537A}" sibTransId="{EBA6EFDA-78FA-4EE1-ABED-631559A67C44}"/>
    <dgm:cxn modelId="{ACDD96BD-48D1-4B0C-801A-C596C919E2E1}" type="presParOf" srcId="{F3DE367A-EBA1-4111-9380-D1C762BAA615}" destId="{1B497D40-D35C-4A6B-B791-AAF8674ABED2}" srcOrd="0" destOrd="0" presId="urn:microsoft.com/office/officeart/2005/8/layout/default"/>
    <dgm:cxn modelId="{7EC48006-73F9-4D94-BF19-99C4119044D9}" type="presParOf" srcId="{F3DE367A-EBA1-4111-9380-D1C762BAA615}" destId="{922DFCEC-50B2-4436-8BC3-6DC3EFAC5FE8}" srcOrd="1" destOrd="0" presId="urn:microsoft.com/office/officeart/2005/8/layout/default"/>
    <dgm:cxn modelId="{C7861139-3C65-4563-B34A-86ECA14E3978}" type="presParOf" srcId="{F3DE367A-EBA1-4111-9380-D1C762BAA615}" destId="{11D4DFFA-B7EA-4535-8AE7-E7A5DCFB1D0C}" srcOrd="2" destOrd="0" presId="urn:microsoft.com/office/officeart/2005/8/layout/default"/>
    <dgm:cxn modelId="{345FA280-F2C4-450C-A032-54C7FB38632B}" type="presParOf" srcId="{F3DE367A-EBA1-4111-9380-D1C762BAA615}" destId="{1E8525F3-0C72-4D73-A117-C63239DE2846}" srcOrd="3" destOrd="0" presId="urn:microsoft.com/office/officeart/2005/8/layout/default"/>
    <dgm:cxn modelId="{50843944-FBB2-46CC-9C67-BCE2FFCB01C8}" type="presParOf" srcId="{F3DE367A-EBA1-4111-9380-D1C762BAA615}" destId="{7CA529AE-16EE-4018-9B06-8008D8AEAA3F}" srcOrd="4" destOrd="0" presId="urn:microsoft.com/office/officeart/2005/8/layout/default"/>
    <dgm:cxn modelId="{26BDA9A4-2BC3-45A8-8105-0E40B2371997}" type="presParOf" srcId="{F3DE367A-EBA1-4111-9380-D1C762BAA615}" destId="{8D088F06-1556-405E-81C3-35A1B1381C5D}" srcOrd="5" destOrd="0" presId="urn:microsoft.com/office/officeart/2005/8/layout/default"/>
    <dgm:cxn modelId="{564F24A2-51F8-413D-B72E-CC384FE41572}" type="presParOf" srcId="{F3DE367A-EBA1-4111-9380-D1C762BAA615}" destId="{1FE79B7E-6036-487C-AECD-56A066DE235D}"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E60F537-225B-4C52-A34B-5A14BB03A8AC}"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E8C54818-8AF8-4A5A-A053-9F96CE418178}">
      <dgm:prSet/>
      <dgm:spPr/>
      <dgm:t>
        <a:bodyPr/>
        <a:lstStyle/>
        <a:p>
          <a:pPr rtl="0"/>
          <a:r>
            <a:rPr lang="en-US"/>
            <a:t>Examined the relationship between </a:t>
          </a:r>
          <a:r>
            <a:rPr lang="en-US" b="0"/>
            <a:t>age and salary using a scatter plot, showing a clear positive trend - salaries generally rise with</a:t>
          </a:r>
          <a:r>
            <a:rPr lang="en-US"/>
            <a:t> age and </a:t>
          </a:r>
          <a:r>
            <a:rPr lang="en-US" b="0"/>
            <a:t>experience</a:t>
          </a:r>
          <a:r>
            <a:rPr lang="en-US"/>
            <a:t>.</a:t>
          </a:r>
        </a:p>
      </dgm:t>
    </dgm:pt>
    <dgm:pt modelId="{61DF407E-1EF2-431F-96EE-7D8639159992}" type="parTrans" cxnId="{3051BEFD-6BC5-4214-A27F-058C003D57E7}">
      <dgm:prSet/>
      <dgm:spPr/>
      <dgm:t>
        <a:bodyPr/>
        <a:lstStyle/>
        <a:p>
          <a:endParaRPr lang="en-US"/>
        </a:p>
      </dgm:t>
    </dgm:pt>
    <dgm:pt modelId="{B873B55C-F89A-447E-84E1-D0BC1450ABF9}" type="sibTrans" cxnId="{3051BEFD-6BC5-4214-A27F-058C003D57E7}">
      <dgm:prSet/>
      <dgm:spPr/>
      <dgm:t>
        <a:bodyPr/>
        <a:lstStyle/>
        <a:p>
          <a:endParaRPr lang="en-US"/>
        </a:p>
      </dgm:t>
    </dgm:pt>
    <dgm:pt modelId="{DF5E472E-E781-4338-A91B-29796533FF1A}">
      <dgm:prSet/>
      <dgm:spPr/>
      <dgm:t>
        <a:bodyPr/>
        <a:lstStyle/>
        <a:p>
          <a:pPr rtl="0"/>
          <a:r>
            <a:rPr lang="en-US"/>
            <a:t>Investigated the link between years of service and salary satisfaction, revealing </a:t>
          </a:r>
          <a:r>
            <a:rPr lang="en-US" b="0"/>
            <a:t>that longer-serving employees are usually less satisfied with their pay</a:t>
          </a:r>
        </a:p>
      </dgm:t>
    </dgm:pt>
    <dgm:pt modelId="{1AB7A139-E325-4AF4-9EE8-0027DCDC74AF}" type="parTrans" cxnId="{33191D83-6D83-4A53-A4EF-EBD667AB8F7A}">
      <dgm:prSet/>
      <dgm:spPr/>
      <dgm:t>
        <a:bodyPr/>
        <a:lstStyle/>
        <a:p>
          <a:endParaRPr lang="en-US"/>
        </a:p>
      </dgm:t>
    </dgm:pt>
    <dgm:pt modelId="{A7DE44A8-42C3-46F9-B878-E6365577E3B8}" type="sibTrans" cxnId="{33191D83-6D83-4A53-A4EF-EBD667AB8F7A}">
      <dgm:prSet/>
      <dgm:spPr/>
      <dgm:t>
        <a:bodyPr/>
        <a:lstStyle/>
        <a:p>
          <a:endParaRPr lang="en-US"/>
        </a:p>
      </dgm:t>
    </dgm:pt>
    <dgm:pt modelId="{0AF7B9B0-3E38-498A-9151-2A026168B055}">
      <dgm:prSet/>
      <dgm:spPr/>
      <dgm:t>
        <a:bodyPr/>
        <a:lstStyle/>
        <a:p>
          <a:pPr rtl="0"/>
          <a:r>
            <a:rPr lang="en-US"/>
            <a:t>Analyzed relationship between gender and education, found men are more likely to have higher education levels, while women are more concentrated in lower education categories</a:t>
          </a:r>
          <a:r>
            <a:rPr lang="en-US">
              <a:solidFill>
                <a:srgbClr val="FF0000"/>
              </a:solidFill>
            </a:rPr>
            <a:t>.</a:t>
          </a:r>
          <a:endParaRPr lang="en-US"/>
        </a:p>
      </dgm:t>
    </dgm:pt>
    <dgm:pt modelId="{1119453B-DD88-4146-B744-9230EC8FA68B}" type="parTrans" cxnId="{324AA70D-8C26-458D-8B12-8FEAB89BF206}">
      <dgm:prSet/>
      <dgm:spPr/>
      <dgm:t>
        <a:bodyPr/>
        <a:lstStyle/>
        <a:p>
          <a:endParaRPr lang="en-US"/>
        </a:p>
      </dgm:t>
    </dgm:pt>
    <dgm:pt modelId="{D8841B91-1979-4058-A950-4A814D34059D}" type="sibTrans" cxnId="{324AA70D-8C26-458D-8B12-8FEAB89BF206}">
      <dgm:prSet/>
      <dgm:spPr/>
      <dgm:t>
        <a:bodyPr/>
        <a:lstStyle/>
        <a:p>
          <a:endParaRPr lang="en-US"/>
        </a:p>
      </dgm:t>
    </dgm:pt>
    <dgm:pt modelId="{C48B7124-8009-4E42-A491-056124C4E675}">
      <dgm:prSet/>
      <dgm:spPr/>
      <dgm:t>
        <a:bodyPr/>
        <a:lstStyle/>
        <a:p>
          <a:pPr rtl="0"/>
          <a:r>
            <a:rPr lang="en-US"/>
            <a:t>Examined the relationship between years of service and different satisfaction factors to show actual satisfaction levels.</a:t>
          </a:r>
        </a:p>
      </dgm:t>
    </dgm:pt>
    <dgm:pt modelId="{20719426-0DA9-46E2-8739-241BA4570D4D}" type="parTrans" cxnId="{C7CBF059-3AEE-486B-A72A-EC79CD8DE680}">
      <dgm:prSet/>
      <dgm:spPr/>
      <dgm:t>
        <a:bodyPr/>
        <a:lstStyle/>
        <a:p>
          <a:endParaRPr lang="en-US"/>
        </a:p>
      </dgm:t>
    </dgm:pt>
    <dgm:pt modelId="{7E57EC94-1E0D-4ADE-853B-140FE922118C}" type="sibTrans" cxnId="{C7CBF059-3AEE-486B-A72A-EC79CD8DE680}">
      <dgm:prSet/>
      <dgm:spPr/>
      <dgm:t>
        <a:bodyPr/>
        <a:lstStyle/>
        <a:p>
          <a:endParaRPr lang="en-US"/>
        </a:p>
      </dgm:t>
    </dgm:pt>
    <dgm:pt modelId="{BFBC2341-F23E-4879-806C-34234B056F62}" type="pres">
      <dgm:prSet presAssocID="{4E60F537-225B-4C52-A34B-5A14BB03A8AC}" presName="vert0" presStyleCnt="0">
        <dgm:presLayoutVars>
          <dgm:dir/>
          <dgm:animOne val="branch"/>
          <dgm:animLvl val="lvl"/>
        </dgm:presLayoutVars>
      </dgm:prSet>
      <dgm:spPr/>
    </dgm:pt>
    <dgm:pt modelId="{251F7B21-EE90-4C7F-9500-3B19BA6D8925}" type="pres">
      <dgm:prSet presAssocID="{E8C54818-8AF8-4A5A-A053-9F96CE418178}" presName="thickLine" presStyleLbl="alignNode1" presStyleIdx="0" presStyleCnt="4"/>
      <dgm:spPr/>
    </dgm:pt>
    <dgm:pt modelId="{E2205C76-E2C7-4C25-998B-661EC5DA0A64}" type="pres">
      <dgm:prSet presAssocID="{E8C54818-8AF8-4A5A-A053-9F96CE418178}" presName="horz1" presStyleCnt="0"/>
      <dgm:spPr/>
    </dgm:pt>
    <dgm:pt modelId="{68D09508-36D2-40A3-8740-B8CAACCB5F94}" type="pres">
      <dgm:prSet presAssocID="{E8C54818-8AF8-4A5A-A053-9F96CE418178}" presName="tx1" presStyleLbl="revTx" presStyleIdx="0" presStyleCnt="4"/>
      <dgm:spPr/>
    </dgm:pt>
    <dgm:pt modelId="{436D0C4A-7AAC-4987-AE6C-1A0ED8E22FB2}" type="pres">
      <dgm:prSet presAssocID="{E8C54818-8AF8-4A5A-A053-9F96CE418178}" presName="vert1" presStyleCnt="0"/>
      <dgm:spPr/>
    </dgm:pt>
    <dgm:pt modelId="{AE3A301D-E531-4E63-A8FC-2712E84D91D6}" type="pres">
      <dgm:prSet presAssocID="{DF5E472E-E781-4338-A91B-29796533FF1A}" presName="thickLine" presStyleLbl="alignNode1" presStyleIdx="1" presStyleCnt="4"/>
      <dgm:spPr/>
    </dgm:pt>
    <dgm:pt modelId="{76D1B926-E448-4900-8A4C-7F57830CCD41}" type="pres">
      <dgm:prSet presAssocID="{DF5E472E-E781-4338-A91B-29796533FF1A}" presName="horz1" presStyleCnt="0"/>
      <dgm:spPr/>
    </dgm:pt>
    <dgm:pt modelId="{265D0971-2234-4A68-8DF1-7260BB95E906}" type="pres">
      <dgm:prSet presAssocID="{DF5E472E-E781-4338-A91B-29796533FF1A}" presName="tx1" presStyleLbl="revTx" presStyleIdx="1" presStyleCnt="4"/>
      <dgm:spPr/>
    </dgm:pt>
    <dgm:pt modelId="{614E2939-6F48-4705-BDB3-CE0D8256B79C}" type="pres">
      <dgm:prSet presAssocID="{DF5E472E-E781-4338-A91B-29796533FF1A}" presName="vert1" presStyleCnt="0"/>
      <dgm:spPr/>
    </dgm:pt>
    <dgm:pt modelId="{4E1C4149-6DCE-4E59-8C06-8EE85D825D87}" type="pres">
      <dgm:prSet presAssocID="{0AF7B9B0-3E38-498A-9151-2A026168B055}" presName="thickLine" presStyleLbl="alignNode1" presStyleIdx="2" presStyleCnt="4"/>
      <dgm:spPr/>
    </dgm:pt>
    <dgm:pt modelId="{B776838F-B4B0-4B31-B917-DC8F81B9AEB8}" type="pres">
      <dgm:prSet presAssocID="{0AF7B9B0-3E38-498A-9151-2A026168B055}" presName="horz1" presStyleCnt="0"/>
      <dgm:spPr/>
    </dgm:pt>
    <dgm:pt modelId="{5B2F95AC-0CA3-4BFC-90E0-406CF4585BC1}" type="pres">
      <dgm:prSet presAssocID="{0AF7B9B0-3E38-498A-9151-2A026168B055}" presName="tx1" presStyleLbl="revTx" presStyleIdx="2" presStyleCnt="4"/>
      <dgm:spPr/>
    </dgm:pt>
    <dgm:pt modelId="{2C34DA6D-25BE-4D0E-893F-DAD08F305DFB}" type="pres">
      <dgm:prSet presAssocID="{0AF7B9B0-3E38-498A-9151-2A026168B055}" presName="vert1" presStyleCnt="0"/>
      <dgm:spPr/>
    </dgm:pt>
    <dgm:pt modelId="{DCA1377E-B0A2-4D0B-A3A9-021C6032C0C1}" type="pres">
      <dgm:prSet presAssocID="{C48B7124-8009-4E42-A491-056124C4E675}" presName="thickLine" presStyleLbl="alignNode1" presStyleIdx="3" presStyleCnt="4"/>
      <dgm:spPr/>
    </dgm:pt>
    <dgm:pt modelId="{79049FC5-10CD-406E-B445-02A09928BF97}" type="pres">
      <dgm:prSet presAssocID="{C48B7124-8009-4E42-A491-056124C4E675}" presName="horz1" presStyleCnt="0"/>
      <dgm:spPr/>
    </dgm:pt>
    <dgm:pt modelId="{63C20C04-931C-41AF-BEF5-3E4722718323}" type="pres">
      <dgm:prSet presAssocID="{C48B7124-8009-4E42-A491-056124C4E675}" presName="tx1" presStyleLbl="revTx" presStyleIdx="3" presStyleCnt="4"/>
      <dgm:spPr/>
    </dgm:pt>
    <dgm:pt modelId="{157EDDA9-FA47-4718-8613-F333FCE739B3}" type="pres">
      <dgm:prSet presAssocID="{C48B7124-8009-4E42-A491-056124C4E675}" presName="vert1" presStyleCnt="0"/>
      <dgm:spPr/>
    </dgm:pt>
  </dgm:ptLst>
  <dgm:cxnLst>
    <dgm:cxn modelId="{9C35980B-8171-4004-97A3-D56C6D643BE4}" type="presOf" srcId="{0AF7B9B0-3E38-498A-9151-2A026168B055}" destId="{5B2F95AC-0CA3-4BFC-90E0-406CF4585BC1}" srcOrd="0" destOrd="0" presId="urn:microsoft.com/office/officeart/2008/layout/LinedList"/>
    <dgm:cxn modelId="{324AA70D-8C26-458D-8B12-8FEAB89BF206}" srcId="{4E60F537-225B-4C52-A34B-5A14BB03A8AC}" destId="{0AF7B9B0-3E38-498A-9151-2A026168B055}" srcOrd="2" destOrd="0" parTransId="{1119453B-DD88-4146-B744-9230EC8FA68B}" sibTransId="{D8841B91-1979-4058-A950-4A814D34059D}"/>
    <dgm:cxn modelId="{98BE0868-0CED-49C8-A2A4-76C85EB293DD}" type="presOf" srcId="{DF5E472E-E781-4338-A91B-29796533FF1A}" destId="{265D0971-2234-4A68-8DF1-7260BB95E906}" srcOrd="0" destOrd="0" presId="urn:microsoft.com/office/officeart/2008/layout/LinedList"/>
    <dgm:cxn modelId="{C7CBF059-3AEE-486B-A72A-EC79CD8DE680}" srcId="{4E60F537-225B-4C52-A34B-5A14BB03A8AC}" destId="{C48B7124-8009-4E42-A491-056124C4E675}" srcOrd="3" destOrd="0" parTransId="{20719426-0DA9-46E2-8739-241BA4570D4D}" sibTransId="{7E57EC94-1E0D-4ADE-853B-140FE922118C}"/>
    <dgm:cxn modelId="{33191D83-6D83-4A53-A4EF-EBD667AB8F7A}" srcId="{4E60F537-225B-4C52-A34B-5A14BB03A8AC}" destId="{DF5E472E-E781-4338-A91B-29796533FF1A}" srcOrd="1" destOrd="0" parTransId="{1AB7A139-E325-4AF4-9EE8-0027DCDC74AF}" sibTransId="{A7DE44A8-42C3-46F9-B878-E6365577E3B8}"/>
    <dgm:cxn modelId="{37D09DE2-300C-4538-9019-0ABF22918641}" type="presOf" srcId="{4E60F537-225B-4C52-A34B-5A14BB03A8AC}" destId="{BFBC2341-F23E-4879-806C-34234B056F62}" srcOrd="0" destOrd="0" presId="urn:microsoft.com/office/officeart/2008/layout/LinedList"/>
    <dgm:cxn modelId="{7C9169E7-884D-4AF3-B38D-60C3924C60B7}" type="presOf" srcId="{C48B7124-8009-4E42-A491-056124C4E675}" destId="{63C20C04-931C-41AF-BEF5-3E4722718323}" srcOrd="0" destOrd="0" presId="urn:microsoft.com/office/officeart/2008/layout/LinedList"/>
    <dgm:cxn modelId="{3FC980FA-1D5C-4C3F-822F-832AE3658CE0}" type="presOf" srcId="{E8C54818-8AF8-4A5A-A053-9F96CE418178}" destId="{68D09508-36D2-40A3-8740-B8CAACCB5F94}" srcOrd="0" destOrd="0" presId="urn:microsoft.com/office/officeart/2008/layout/LinedList"/>
    <dgm:cxn modelId="{3051BEFD-6BC5-4214-A27F-058C003D57E7}" srcId="{4E60F537-225B-4C52-A34B-5A14BB03A8AC}" destId="{E8C54818-8AF8-4A5A-A053-9F96CE418178}" srcOrd="0" destOrd="0" parTransId="{61DF407E-1EF2-431F-96EE-7D8639159992}" sibTransId="{B873B55C-F89A-447E-84E1-D0BC1450ABF9}"/>
    <dgm:cxn modelId="{348D4686-02B3-449D-BDD6-A15DE4955DCF}" type="presParOf" srcId="{BFBC2341-F23E-4879-806C-34234B056F62}" destId="{251F7B21-EE90-4C7F-9500-3B19BA6D8925}" srcOrd="0" destOrd="0" presId="urn:microsoft.com/office/officeart/2008/layout/LinedList"/>
    <dgm:cxn modelId="{D918FBBD-275C-4836-891C-0E8ECFBE0B00}" type="presParOf" srcId="{BFBC2341-F23E-4879-806C-34234B056F62}" destId="{E2205C76-E2C7-4C25-998B-661EC5DA0A64}" srcOrd="1" destOrd="0" presId="urn:microsoft.com/office/officeart/2008/layout/LinedList"/>
    <dgm:cxn modelId="{93B55A5C-403D-42F0-AC03-9701B86D186C}" type="presParOf" srcId="{E2205C76-E2C7-4C25-998B-661EC5DA0A64}" destId="{68D09508-36D2-40A3-8740-B8CAACCB5F94}" srcOrd="0" destOrd="0" presId="urn:microsoft.com/office/officeart/2008/layout/LinedList"/>
    <dgm:cxn modelId="{AD4FB8A9-A8E0-4B91-A5F1-6F60D8B5A2DF}" type="presParOf" srcId="{E2205C76-E2C7-4C25-998B-661EC5DA0A64}" destId="{436D0C4A-7AAC-4987-AE6C-1A0ED8E22FB2}" srcOrd="1" destOrd="0" presId="urn:microsoft.com/office/officeart/2008/layout/LinedList"/>
    <dgm:cxn modelId="{D53E0C1E-77C8-4FF5-BB14-041E4BA79140}" type="presParOf" srcId="{BFBC2341-F23E-4879-806C-34234B056F62}" destId="{AE3A301D-E531-4E63-A8FC-2712E84D91D6}" srcOrd="2" destOrd="0" presId="urn:microsoft.com/office/officeart/2008/layout/LinedList"/>
    <dgm:cxn modelId="{920F7BD6-F2C4-4880-981F-578777F33CE9}" type="presParOf" srcId="{BFBC2341-F23E-4879-806C-34234B056F62}" destId="{76D1B926-E448-4900-8A4C-7F57830CCD41}" srcOrd="3" destOrd="0" presId="urn:microsoft.com/office/officeart/2008/layout/LinedList"/>
    <dgm:cxn modelId="{1D81B0A3-F212-404D-B8B5-70C0F86AAD06}" type="presParOf" srcId="{76D1B926-E448-4900-8A4C-7F57830CCD41}" destId="{265D0971-2234-4A68-8DF1-7260BB95E906}" srcOrd="0" destOrd="0" presId="urn:microsoft.com/office/officeart/2008/layout/LinedList"/>
    <dgm:cxn modelId="{9A5E8764-F6F9-4B27-BE09-F06F88BE9DF0}" type="presParOf" srcId="{76D1B926-E448-4900-8A4C-7F57830CCD41}" destId="{614E2939-6F48-4705-BDB3-CE0D8256B79C}" srcOrd="1" destOrd="0" presId="urn:microsoft.com/office/officeart/2008/layout/LinedList"/>
    <dgm:cxn modelId="{E2EE24C7-BCAF-4D56-8EA4-A37C53AFD4CA}" type="presParOf" srcId="{BFBC2341-F23E-4879-806C-34234B056F62}" destId="{4E1C4149-6DCE-4E59-8C06-8EE85D825D87}" srcOrd="4" destOrd="0" presId="urn:microsoft.com/office/officeart/2008/layout/LinedList"/>
    <dgm:cxn modelId="{DF56F3E5-C315-4A8A-8774-F116826890D4}" type="presParOf" srcId="{BFBC2341-F23E-4879-806C-34234B056F62}" destId="{B776838F-B4B0-4B31-B917-DC8F81B9AEB8}" srcOrd="5" destOrd="0" presId="urn:microsoft.com/office/officeart/2008/layout/LinedList"/>
    <dgm:cxn modelId="{83B9DE35-FD00-445A-AFC2-815D8038DAC0}" type="presParOf" srcId="{B776838F-B4B0-4B31-B917-DC8F81B9AEB8}" destId="{5B2F95AC-0CA3-4BFC-90E0-406CF4585BC1}" srcOrd="0" destOrd="0" presId="urn:microsoft.com/office/officeart/2008/layout/LinedList"/>
    <dgm:cxn modelId="{B6844408-E472-442E-B80A-228F30DF70DF}" type="presParOf" srcId="{B776838F-B4B0-4B31-B917-DC8F81B9AEB8}" destId="{2C34DA6D-25BE-4D0E-893F-DAD08F305DFB}" srcOrd="1" destOrd="0" presId="urn:microsoft.com/office/officeart/2008/layout/LinedList"/>
    <dgm:cxn modelId="{A76332B3-575A-4ECE-A1DB-24A22B525260}" type="presParOf" srcId="{BFBC2341-F23E-4879-806C-34234B056F62}" destId="{DCA1377E-B0A2-4D0B-A3A9-021C6032C0C1}" srcOrd="6" destOrd="0" presId="urn:microsoft.com/office/officeart/2008/layout/LinedList"/>
    <dgm:cxn modelId="{92EE85DA-EA63-4C99-960F-4C3340CB693B}" type="presParOf" srcId="{BFBC2341-F23E-4879-806C-34234B056F62}" destId="{79049FC5-10CD-406E-B445-02A09928BF97}" srcOrd="7" destOrd="0" presId="urn:microsoft.com/office/officeart/2008/layout/LinedList"/>
    <dgm:cxn modelId="{5F3E235B-E94E-4731-95CE-627DAB1555A9}" type="presParOf" srcId="{79049FC5-10CD-406E-B445-02A09928BF97}" destId="{63C20C04-931C-41AF-BEF5-3E4722718323}" srcOrd="0" destOrd="0" presId="urn:microsoft.com/office/officeart/2008/layout/LinedList"/>
    <dgm:cxn modelId="{6051499C-EBE6-4BA0-85FD-AFEB44933319}" type="presParOf" srcId="{79049FC5-10CD-406E-B445-02A09928BF97}" destId="{157EDDA9-FA47-4718-8613-F333FCE739B3}"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497D40-D35C-4A6B-B791-AAF8674ABED2}">
      <dsp:nvSpPr>
        <dsp:cNvPr id="0" name=""/>
        <dsp:cNvSpPr/>
      </dsp:nvSpPr>
      <dsp:spPr>
        <a:xfrm>
          <a:off x="770" y="1058879"/>
          <a:ext cx="3006804" cy="1804082"/>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n-US" sz="1900" kern="1200">
              <a:latin typeface="Calibri" panose="020F0502020204030204"/>
              <a:ea typeface="+mn-ea"/>
              <a:cs typeface="+mn-cs"/>
            </a:rPr>
            <a:t>The dataset used for this analysis was collected through an workplace satisfaction survey.</a:t>
          </a:r>
        </a:p>
      </dsp:txBody>
      <dsp:txXfrm>
        <a:off x="770" y="1058879"/>
        <a:ext cx="3006804" cy="1804082"/>
      </dsp:txXfrm>
    </dsp:sp>
    <dsp:sp modelId="{11D4DFFA-B7EA-4535-8AE7-E7A5DCFB1D0C}">
      <dsp:nvSpPr>
        <dsp:cNvPr id="0" name=""/>
        <dsp:cNvSpPr/>
      </dsp:nvSpPr>
      <dsp:spPr>
        <a:xfrm>
          <a:off x="3308255" y="1058879"/>
          <a:ext cx="3006804" cy="1804082"/>
        </a:xfrm>
        <a:prstGeom prst="rect">
          <a:avLst/>
        </a:prstGeom>
        <a:solidFill>
          <a:schemeClr val="accent5">
            <a:hueOff val="-2252848"/>
            <a:satOff val="-5806"/>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latin typeface="Calibri" panose="020F0502020204030204"/>
              <a:ea typeface="+mn-ea"/>
              <a:cs typeface="+mn-cs"/>
            </a:rPr>
            <a:t>This data provides a comprehensive view of how employees perceive their workplace.</a:t>
          </a:r>
        </a:p>
      </dsp:txBody>
      <dsp:txXfrm>
        <a:off x="3308255" y="1058879"/>
        <a:ext cx="3006804" cy="1804082"/>
      </dsp:txXfrm>
    </dsp:sp>
    <dsp:sp modelId="{7CA529AE-16EE-4018-9B06-8008D8AEAA3F}">
      <dsp:nvSpPr>
        <dsp:cNvPr id="0" name=""/>
        <dsp:cNvSpPr/>
      </dsp:nvSpPr>
      <dsp:spPr>
        <a:xfrm>
          <a:off x="770" y="3163642"/>
          <a:ext cx="3006804" cy="1804082"/>
        </a:xfrm>
        <a:prstGeom prst="rect">
          <a:avLst/>
        </a:prstGeom>
        <a:solidFill>
          <a:schemeClr val="accent5">
            <a:hueOff val="-4505695"/>
            <a:satOff val="-11613"/>
            <a:lumOff val="-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n-US" sz="1900" kern="1200">
              <a:latin typeface="Calibri" panose="020F0502020204030204"/>
              <a:ea typeface="+mn-ea"/>
              <a:cs typeface="+mn-cs"/>
            </a:rPr>
            <a:t>Interviewed by 82 employees to measure satisfaction with management, colleagues, working environment, salary, and tasks</a:t>
          </a:r>
        </a:p>
      </dsp:txBody>
      <dsp:txXfrm>
        <a:off x="770" y="3163642"/>
        <a:ext cx="3006804" cy="1804082"/>
      </dsp:txXfrm>
    </dsp:sp>
    <dsp:sp modelId="{1FE79B7E-6036-487C-AECD-56A066DE235D}">
      <dsp:nvSpPr>
        <dsp:cNvPr id="0" name=""/>
        <dsp:cNvSpPr/>
      </dsp:nvSpPr>
      <dsp:spPr>
        <a:xfrm>
          <a:off x="3308255" y="3163642"/>
          <a:ext cx="3006804" cy="1804082"/>
        </a:xfrm>
        <a:prstGeom prst="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n-US" sz="1900" kern="1200" baseline="0">
              <a:latin typeface="Calibri" panose="020F0502020204030204"/>
              <a:ea typeface="Calibri"/>
              <a:cs typeface="Calibri"/>
            </a:rPr>
            <a:t>The collected responses help in analyzing patterns, trends, and correlations between variables such as job role, years of experience, gender, and satisfaction levels. </a:t>
          </a:r>
        </a:p>
      </dsp:txBody>
      <dsp:txXfrm>
        <a:off x="3308255" y="3163642"/>
        <a:ext cx="3006804" cy="180408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1F7B21-EE90-4C7F-9500-3B19BA6D8925}">
      <dsp:nvSpPr>
        <dsp:cNvPr id="0" name=""/>
        <dsp:cNvSpPr/>
      </dsp:nvSpPr>
      <dsp:spPr>
        <a:xfrm>
          <a:off x="0" y="0"/>
          <a:ext cx="626364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8D09508-36D2-40A3-8740-B8CAACCB5F94}">
      <dsp:nvSpPr>
        <dsp:cNvPr id="0" name=""/>
        <dsp:cNvSpPr/>
      </dsp:nvSpPr>
      <dsp:spPr>
        <a:xfrm>
          <a:off x="0" y="0"/>
          <a:ext cx="6263640" cy="13761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rtl="0">
            <a:lnSpc>
              <a:spcPct val="90000"/>
            </a:lnSpc>
            <a:spcBef>
              <a:spcPct val="0"/>
            </a:spcBef>
            <a:spcAft>
              <a:spcPct val="35000"/>
            </a:spcAft>
            <a:buNone/>
          </a:pPr>
          <a:r>
            <a:rPr lang="en-US" sz="2100" kern="1200"/>
            <a:t>Examined the relationship between </a:t>
          </a:r>
          <a:r>
            <a:rPr lang="en-US" sz="2100" b="0" kern="1200"/>
            <a:t>age and salary using a scatter plot, showing a clear positive trend - salaries generally rise with</a:t>
          </a:r>
          <a:r>
            <a:rPr lang="en-US" sz="2100" kern="1200"/>
            <a:t> age and </a:t>
          </a:r>
          <a:r>
            <a:rPr lang="en-US" sz="2100" b="0" kern="1200"/>
            <a:t>experience</a:t>
          </a:r>
          <a:r>
            <a:rPr lang="en-US" sz="2100" kern="1200"/>
            <a:t>.</a:t>
          </a:r>
        </a:p>
      </dsp:txBody>
      <dsp:txXfrm>
        <a:off x="0" y="0"/>
        <a:ext cx="6263640" cy="1376171"/>
      </dsp:txXfrm>
    </dsp:sp>
    <dsp:sp modelId="{AE3A301D-E531-4E63-A8FC-2712E84D91D6}">
      <dsp:nvSpPr>
        <dsp:cNvPr id="0" name=""/>
        <dsp:cNvSpPr/>
      </dsp:nvSpPr>
      <dsp:spPr>
        <a:xfrm>
          <a:off x="0" y="1376171"/>
          <a:ext cx="6263640"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65D0971-2234-4A68-8DF1-7260BB95E906}">
      <dsp:nvSpPr>
        <dsp:cNvPr id="0" name=""/>
        <dsp:cNvSpPr/>
      </dsp:nvSpPr>
      <dsp:spPr>
        <a:xfrm>
          <a:off x="0" y="1376171"/>
          <a:ext cx="6263640" cy="13761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rtl="0">
            <a:lnSpc>
              <a:spcPct val="90000"/>
            </a:lnSpc>
            <a:spcBef>
              <a:spcPct val="0"/>
            </a:spcBef>
            <a:spcAft>
              <a:spcPct val="35000"/>
            </a:spcAft>
            <a:buNone/>
          </a:pPr>
          <a:r>
            <a:rPr lang="en-US" sz="2100" kern="1200"/>
            <a:t>Investigated the link between years of service and salary satisfaction, revealing </a:t>
          </a:r>
          <a:r>
            <a:rPr lang="en-US" sz="2100" b="0" kern="1200"/>
            <a:t>that longer-serving employees are usually less satisfied with their pay</a:t>
          </a:r>
        </a:p>
      </dsp:txBody>
      <dsp:txXfrm>
        <a:off x="0" y="1376171"/>
        <a:ext cx="6263640" cy="1376171"/>
      </dsp:txXfrm>
    </dsp:sp>
    <dsp:sp modelId="{4E1C4149-6DCE-4E59-8C06-8EE85D825D87}">
      <dsp:nvSpPr>
        <dsp:cNvPr id="0" name=""/>
        <dsp:cNvSpPr/>
      </dsp:nvSpPr>
      <dsp:spPr>
        <a:xfrm>
          <a:off x="0" y="2752343"/>
          <a:ext cx="6263640"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2F95AC-0CA3-4BFC-90E0-406CF4585BC1}">
      <dsp:nvSpPr>
        <dsp:cNvPr id="0" name=""/>
        <dsp:cNvSpPr/>
      </dsp:nvSpPr>
      <dsp:spPr>
        <a:xfrm>
          <a:off x="0" y="2752343"/>
          <a:ext cx="6263640" cy="13761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rtl="0">
            <a:lnSpc>
              <a:spcPct val="90000"/>
            </a:lnSpc>
            <a:spcBef>
              <a:spcPct val="0"/>
            </a:spcBef>
            <a:spcAft>
              <a:spcPct val="35000"/>
            </a:spcAft>
            <a:buNone/>
          </a:pPr>
          <a:r>
            <a:rPr lang="en-US" sz="2100" kern="1200"/>
            <a:t>Analyzed relationship between gender and education, found men are more likely to have higher education levels, while women are more concentrated in lower education categories</a:t>
          </a:r>
          <a:r>
            <a:rPr lang="en-US" sz="2100" kern="1200">
              <a:solidFill>
                <a:srgbClr val="FF0000"/>
              </a:solidFill>
            </a:rPr>
            <a:t>.</a:t>
          </a:r>
          <a:endParaRPr lang="en-US" sz="2100" kern="1200"/>
        </a:p>
      </dsp:txBody>
      <dsp:txXfrm>
        <a:off x="0" y="2752343"/>
        <a:ext cx="6263640" cy="1376171"/>
      </dsp:txXfrm>
    </dsp:sp>
    <dsp:sp modelId="{DCA1377E-B0A2-4D0B-A3A9-021C6032C0C1}">
      <dsp:nvSpPr>
        <dsp:cNvPr id="0" name=""/>
        <dsp:cNvSpPr/>
      </dsp:nvSpPr>
      <dsp:spPr>
        <a:xfrm>
          <a:off x="0" y="4128515"/>
          <a:ext cx="6263640"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3C20C04-931C-41AF-BEF5-3E4722718323}">
      <dsp:nvSpPr>
        <dsp:cNvPr id="0" name=""/>
        <dsp:cNvSpPr/>
      </dsp:nvSpPr>
      <dsp:spPr>
        <a:xfrm>
          <a:off x="0" y="4128515"/>
          <a:ext cx="6263640" cy="13761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rtl="0">
            <a:lnSpc>
              <a:spcPct val="90000"/>
            </a:lnSpc>
            <a:spcBef>
              <a:spcPct val="0"/>
            </a:spcBef>
            <a:spcAft>
              <a:spcPct val="35000"/>
            </a:spcAft>
            <a:buNone/>
          </a:pPr>
          <a:r>
            <a:rPr lang="en-US" sz="2100" kern="1200"/>
            <a:t>Examined the relationship between years of service and different satisfaction factors to show actual satisfaction levels.</a:t>
          </a:r>
        </a:p>
      </dsp:txBody>
      <dsp:txXfrm>
        <a:off x="0" y="4128515"/>
        <a:ext cx="6263640" cy="1376171"/>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Otsikkodia">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7EB63448-2C5E-ACB3-D743-EA3BACA9B9F7}"/>
              </a:ext>
            </a:extLst>
          </p:cNvPr>
          <p:cNvSpPr>
            <a:spLocks noGrp="1"/>
          </p:cNvSpPr>
          <p:nvPr>
            <p:ph type="ctrTitle"/>
          </p:nvPr>
        </p:nvSpPr>
        <p:spPr>
          <a:xfrm>
            <a:off x="1524000" y="1122363"/>
            <a:ext cx="9144000" cy="2387600"/>
          </a:xfrm>
        </p:spPr>
        <p:txBody>
          <a:bodyPr anchor="b"/>
          <a:lstStyle>
            <a:lvl1pPr algn="ctr">
              <a:defRPr sz="6000"/>
            </a:lvl1pPr>
          </a:lstStyle>
          <a:p>
            <a:r>
              <a:rPr lang="fi-FI"/>
              <a:t>Muokkaa ots. perustyyl. napsautt.</a:t>
            </a:r>
            <a:endParaRPr lang="en-FI"/>
          </a:p>
        </p:txBody>
      </p:sp>
      <p:sp>
        <p:nvSpPr>
          <p:cNvPr id="3" name="Alaotsikko 2">
            <a:extLst>
              <a:ext uri="{FF2B5EF4-FFF2-40B4-BE49-F238E27FC236}">
                <a16:creationId xmlns:a16="http://schemas.microsoft.com/office/drawing/2014/main" id="{97706502-72E2-D795-4AEF-8932B72C6E7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i-FI"/>
              <a:t>Muokkaa alaotsikon perustyyliä napsautt.</a:t>
            </a:r>
            <a:endParaRPr lang="en-FI"/>
          </a:p>
        </p:txBody>
      </p:sp>
      <p:sp>
        <p:nvSpPr>
          <p:cNvPr id="4" name="Päivämäärän paikkamerkki 3">
            <a:extLst>
              <a:ext uri="{FF2B5EF4-FFF2-40B4-BE49-F238E27FC236}">
                <a16:creationId xmlns:a16="http://schemas.microsoft.com/office/drawing/2014/main" id="{B62DC538-AA68-3F2F-F0C6-AD43B16A156B}"/>
              </a:ext>
            </a:extLst>
          </p:cNvPr>
          <p:cNvSpPr>
            <a:spLocks noGrp="1"/>
          </p:cNvSpPr>
          <p:nvPr>
            <p:ph type="dt" sz="half" idx="10"/>
          </p:nvPr>
        </p:nvSpPr>
        <p:spPr/>
        <p:txBody>
          <a:bodyPr/>
          <a:lstStyle/>
          <a:p>
            <a:fld id="{3E3BAE3E-5733-466F-9F50-BD087971B673}" type="datetimeFigureOut">
              <a:rPr lang="en-FI" smtClean="0"/>
              <a:t>10/23/2025</a:t>
            </a:fld>
            <a:endParaRPr lang="en-FI"/>
          </a:p>
        </p:txBody>
      </p:sp>
      <p:sp>
        <p:nvSpPr>
          <p:cNvPr id="5" name="Alatunnisteen paikkamerkki 4">
            <a:extLst>
              <a:ext uri="{FF2B5EF4-FFF2-40B4-BE49-F238E27FC236}">
                <a16:creationId xmlns:a16="http://schemas.microsoft.com/office/drawing/2014/main" id="{E06EA2B7-8E73-ED70-64B7-EF194AA6DE0F}"/>
              </a:ext>
            </a:extLst>
          </p:cNvPr>
          <p:cNvSpPr>
            <a:spLocks noGrp="1"/>
          </p:cNvSpPr>
          <p:nvPr>
            <p:ph type="ftr" sz="quarter" idx="11"/>
          </p:nvPr>
        </p:nvSpPr>
        <p:spPr/>
        <p:txBody>
          <a:bodyPr/>
          <a:lstStyle/>
          <a:p>
            <a:endParaRPr lang="en-FI"/>
          </a:p>
        </p:txBody>
      </p:sp>
      <p:sp>
        <p:nvSpPr>
          <p:cNvPr id="6" name="Dian numeron paikkamerkki 5">
            <a:extLst>
              <a:ext uri="{FF2B5EF4-FFF2-40B4-BE49-F238E27FC236}">
                <a16:creationId xmlns:a16="http://schemas.microsoft.com/office/drawing/2014/main" id="{1ECA4BFF-E581-380C-BDD7-3A5BFEA2E5F0}"/>
              </a:ext>
            </a:extLst>
          </p:cNvPr>
          <p:cNvSpPr>
            <a:spLocks noGrp="1"/>
          </p:cNvSpPr>
          <p:nvPr>
            <p:ph type="sldNum" sz="quarter" idx="12"/>
          </p:nvPr>
        </p:nvSpPr>
        <p:spPr/>
        <p:txBody>
          <a:bodyPr/>
          <a:lstStyle/>
          <a:p>
            <a:fld id="{4DC378C6-5AF9-4690-8975-FB88E62EE0FB}" type="slidenum">
              <a:rPr lang="en-FI" smtClean="0"/>
              <a:t>‹#›</a:t>
            </a:fld>
            <a:endParaRPr lang="en-FI"/>
          </a:p>
        </p:txBody>
      </p:sp>
    </p:spTree>
    <p:extLst>
      <p:ext uri="{BB962C8B-B14F-4D97-AF65-F5344CB8AC3E}">
        <p14:creationId xmlns:p14="http://schemas.microsoft.com/office/powerpoint/2010/main" val="32391042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Otsikko ja sisältö">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EB0A5375-D90F-D2C2-6D8B-47D38826B052}"/>
              </a:ext>
            </a:extLst>
          </p:cNvPr>
          <p:cNvSpPr>
            <a:spLocks noGrp="1"/>
          </p:cNvSpPr>
          <p:nvPr>
            <p:ph type="title"/>
          </p:nvPr>
        </p:nvSpPr>
        <p:spPr/>
        <p:txBody>
          <a:bodyPr/>
          <a:lstStyle/>
          <a:p>
            <a:r>
              <a:rPr lang="fi-FI"/>
              <a:t>Muokkaa ots. perustyyl. napsautt.</a:t>
            </a:r>
            <a:endParaRPr lang="en-FI"/>
          </a:p>
        </p:txBody>
      </p:sp>
      <p:sp>
        <p:nvSpPr>
          <p:cNvPr id="3" name="Sisällön paikkamerkki 2">
            <a:extLst>
              <a:ext uri="{FF2B5EF4-FFF2-40B4-BE49-F238E27FC236}">
                <a16:creationId xmlns:a16="http://schemas.microsoft.com/office/drawing/2014/main" id="{2D08C86B-0224-5990-2DC6-02B26ABC8EE7}"/>
              </a:ext>
            </a:extLst>
          </p:cNvPr>
          <p:cNvSpPr>
            <a:spLocks noGrp="1"/>
          </p:cNvSpPr>
          <p:nvPr>
            <p:ph idx="1"/>
          </p:nvPr>
        </p:nvSpPr>
        <p:spPr/>
        <p:txBody>
          <a:body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FI"/>
          </a:p>
        </p:txBody>
      </p:sp>
      <p:sp>
        <p:nvSpPr>
          <p:cNvPr id="4" name="Päivämäärän paikkamerkki 3">
            <a:extLst>
              <a:ext uri="{FF2B5EF4-FFF2-40B4-BE49-F238E27FC236}">
                <a16:creationId xmlns:a16="http://schemas.microsoft.com/office/drawing/2014/main" id="{7B3C081B-9F60-E50B-D56F-D1D808401478}"/>
              </a:ext>
            </a:extLst>
          </p:cNvPr>
          <p:cNvSpPr>
            <a:spLocks noGrp="1"/>
          </p:cNvSpPr>
          <p:nvPr>
            <p:ph type="dt" sz="half" idx="10"/>
          </p:nvPr>
        </p:nvSpPr>
        <p:spPr/>
        <p:txBody>
          <a:bodyPr/>
          <a:lstStyle/>
          <a:p>
            <a:fld id="{3E3BAE3E-5733-466F-9F50-BD087971B673}" type="datetimeFigureOut">
              <a:rPr lang="en-FI" smtClean="0"/>
              <a:t>10/23/2025</a:t>
            </a:fld>
            <a:endParaRPr lang="en-FI"/>
          </a:p>
        </p:txBody>
      </p:sp>
      <p:sp>
        <p:nvSpPr>
          <p:cNvPr id="5" name="Alatunnisteen paikkamerkki 4">
            <a:extLst>
              <a:ext uri="{FF2B5EF4-FFF2-40B4-BE49-F238E27FC236}">
                <a16:creationId xmlns:a16="http://schemas.microsoft.com/office/drawing/2014/main" id="{76EF1EE5-A808-38B5-BB99-2F2815EF6947}"/>
              </a:ext>
            </a:extLst>
          </p:cNvPr>
          <p:cNvSpPr>
            <a:spLocks noGrp="1"/>
          </p:cNvSpPr>
          <p:nvPr>
            <p:ph type="ftr" sz="quarter" idx="11"/>
          </p:nvPr>
        </p:nvSpPr>
        <p:spPr/>
        <p:txBody>
          <a:bodyPr/>
          <a:lstStyle/>
          <a:p>
            <a:endParaRPr lang="en-FI"/>
          </a:p>
        </p:txBody>
      </p:sp>
      <p:sp>
        <p:nvSpPr>
          <p:cNvPr id="6" name="Dian numeron paikkamerkki 5">
            <a:extLst>
              <a:ext uri="{FF2B5EF4-FFF2-40B4-BE49-F238E27FC236}">
                <a16:creationId xmlns:a16="http://schemas.microsoft.com/office/drawing/2014/main" id="{FA12B40F-EFB7-B99B-5340-7536D29BF0C3}"/>
              </a:ext>
            </a:extLst>
          </p:cNvPr>
          <p:cNvSpPr>
            <a:spLocks noGrp="1"/>
          </p:cNvSpPr>
          <p:nvPr>
            <p:ph type="sldNum" sz="quarter" idx="12"/>
          </p:nvPr>
        </p:nvSpPr>
        <p:spPr/>
        <p:txBody>
          <a:bodyPr/>
          <a:lstStyle/>
          <a:p>
            <a:fld id="{4DC378C6-5AF9-4690-8975-FB88E62EE0FB}" type="slidenum">
              <a:rPr lang="en-FI" smtClean="0"/>
              <a:t>‹#›</a:t>
            </a:fld>
            <a:endParaRPr lang="en-FI"/>
          </a:p>
        </p:txBody>
      </p:sp>
    </p:spTree>
    <p:extLst>
      <p:ext uri="{BB962C8B-B14F-4D97-AF65-F5344CB8AC3E}">
        <p14:creationId xmlns:p14="http://schemas.microsoft.com/office/powerpoint/2010/main" val="3425560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Osan ylätunniste">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F1F39419-3598-1C41-43CC-62EC3C4897BE}"/>
              </a:ext>
            </a:extLst>
          </p:cNvPr>
          <p:cNvSpPr>
            <a:spLocks noGrp="1"/>
          </p:cNvSpPr>
          <p:nvPr>
            <p:ph type="title"/>
          </p:nvPr>
        </p:nvSpPr>
        <p:spPr>
          <a:xfrm>
            <a:off x="831850" y="1709738"/>
            <a:ext cx="10515600" cy="2852737"/>
          </a:xfrm>
        </p:spPr>
        <p:txBody>
          <a:bodyPr anchor="b"/>
          <a:lstStyle>
            <a:lvl1pPr>
              <a:defRPr sz="6000"/>
            </a:lvl1pPr>
          </a:lstStyle>
          <a:p>
            <a:r>
              <a:rPr lang="fi-FI"/>
              <a:t>Muokkaa ots. perustyyl. napsautt.</a:t>
            </a:r>
            <a:endParaRPr lang="en-FI"/>
          </a:p>
        </p:txBody>
      </p:sp>
      <p:sp>
        <p:nvSpPr>
          <p:cNvPr id="3" name="Tekstin paikkamerkki 2">
            <a:extLst>
              <a:ext uri="{FF2B5EF4-FFF2-40B4-BE49-F238E27FC236}">
                <a16:creationId xmlns:a16="http://schemas.microsoft.com/office/drawing/2014/main" id="{1CB6209B-98DB-4D14-767D-E11C035B2AC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i-FI"/>
              <a:t>Muokkaa tekstin perustyylejä napsauttamalla</a:t>
            </a:r>
          </a:p>
        </p:txBody>
      </p:sp>
      <p:sp>
        <p:nvSpPr>
          <p:cNvPr id="4" name="Päivämäärän paikkamerkki 3">
            <a:extLst>
              <a:ext uri="{FF2B5EF4-FFF2-40B4-BE49-F238E27FC236}">
                <a16:creationId xmlns:a16="http://schemas.microsoft.com/office/drawing/2014/main" id="{A8B4FB10-44EA-8C87-76A6-DD54A19B347C}"/>
              </a:ext>
            </a:extLst>
          </p:cNvPr>
          <p:cNvSpPr>
            <a:spLocks noGrp="1"/>
          </p:cNvSpPr>
          <p:nvPr>
            <p:ph type="dt" sz="half" idx="10"/>
          </p:nvPr>
        </p:nvSpPr>
        <p:spPr/>
        <p:txBody>
          <a:bodyPr/>
          <a:lstStyle/>
          <a:p>
            <a:fld id="{3E3BAE3E-5733-466F-9F50-BD087971B673}" type="datetimeFigureOut">
              <a:rPr lang="en-FI" smtClean="0"/>
              <a:t>10/23/2025</a:t>
            </a:fld>
            <a:endParaRPr lang="en-FI"/>
          </a:p>
        </p:txBody>
      </p:sp>
      <p:sp>
        <p:nvSpPr>
          <p:cNvPr id="5" name="Alatunnisteen paikkamerkki 4">
            <a:extLst>
              <a:ext uri="{FF2B5EF4-FFF2-40B4-BE49-F238E27FC236}">
                <a16:creationId xmlns:a16="http://schemas.microsoft.com/office/drawing/2014/main" id="{65F7BEFA-9C8A-53BD-7A14-AFC5F8CDC813}"/>
              </a:ext>
            </a:extLst>
          </p:cNvPr>
          <p:cNvSpPr>
            <a:spLocks noGrp="1"/>
          </p:cNvSpPr>
          <p:nvPr>
            <p:ph type="ftr" sz="quarter" idx="11"/>
          </p:nvPr>
        </p:nvSpPr>
        <p:spPr/>
        <p:txBody>
          <a:bodyPr/>
          <a:lstStyle/>
          <a:p>
            <a:endParaRPr lang="en-FI"/>
          </a:p>
        </p:txBody>
      </p:sp>
      <p:sp>
        <p:nvSpPr>
          <p:cNvPr id="6" name="Dian numeron paikkamerkki 5">
            <a:extLst>
              <a:ext uri="{FF2B5EF4-FFF2-40B4-BE49-F238E27FC236}">
                <a16:creationId xmlns:a16="http://schemas.microsoft.com/office/drawing/2014/main" id="{56752412-F983-DC8A-9A7F-450819F93A25}"/>
              </a:ext>
            </a:extLst>
          </p:cNvPr>
          <p:cNvSpPr>
            <a:spLocks noGrp="1"/>
          </p:cNvSpPr>
          <p:nvPr>
            <p:ph type="sldNum" sz="quarter" idx="12"/>
          </p:nvPr>
        </p:nvSpPr>
        <p:spPr/>
        <p:txBody>
          <a:bodyPr/>
          <a:lstStyle/>
          <a:p>
            <a:fld id="{4DC378C6-5AF9-4690-8975-FB88E62EE0FB}" type="slidenum">
              <a:rPr lang="en-FI" smtClean="0"/>
              <a:t>‹#›</a:t>
            </a:fld>
            <a:endParaRPr lang="en-FI"/>
          </a:p>
        </p:txBody>
      </p:sp>
    </p:spTree>
    <p:extLst>
      <p:ext uri="{BB962C8B-B14F-4D97-AF65-F5344CB8AC3E}">
        <p14:creationId xmlns:p14="http://schemas.microsoft.com/office/powerpoint/2010/main" val="341603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Kaksi sisältökohdetta">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7F42850E-F315-B852-2860-3E5BD63A6E42}"/>
              </a:ext>
            </a:extLst>
          </p:cNvPr>
          <p:cNvSpPr>
            <a:spLocks noGrp="1"/>
          </p:cNvSpPr>
          <p:nvPr>
            <p:ph type="title"/>
          </p:nvPr>
        </p:nvSpPr>
        <p:spPr/>
        <p:txBody>
          <a:bodyPr/>
          <a:lstStyle/>
          <a:p>
            <a:r>
              <a:rPr lang="fi-FI"/>
              <a:t>Muokkaa ots. perustyyl. napsautt.</a:t>
            </a:r>
            <a:endParaRPr lang="en-FI"/>
          </a:p>
        </p:txBody>
      </p:sp>
      <p:sp>
        <p:nvSpPr>
          <p:cNvPr id="3" name="Sisällön paikkamerkki 2">
            <a:extLst>
              <a:ext uri="{FF2B5EF4-FFF2-40B4-BE49-F238E27FC236}">
                <a16:creationId xmlns:a16="http://schemas.microsoft.com/office/drawing/2014/main" id="{B004777A-9576-E105-6A60-EBF75904FDEC}"/>
              </a:ext>
            </a:extLst>
          </p:cNvPr>
          <p:cNvSpPr>
            <a:spLocks noGrp="1"/>
          </p:cNvSpPr>
          <p:nvPr>
            <p:ph sz="half" idx="1"/>
          </p:nvPr>
        </p:nvSpPr>
        <p:spPr>
          <a:xfrm>
            <a:off x="838200" y="1825625"/>
            <a:ext cx="5181600" cy="4351338"/>
          </a:xfrm>
        </p:spPr>
        <p:txBody>
          <a:body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FI"/>
          </a:p>
        </p:txBody>
      </p:sp>
      <p:sp>
        <p:nvSpPr>
          <p:cNvPr id="4" name="Sisällön paikkamerkki 3">
            <a:extLst>
              <a:ext uri="{FF2B5EF4-FFF2-40B4-BE49-F238E27FC236}">
                <a16:creationId xmlns:a16="http://schemas.microsoft.com/office/drawing/2014/main" id="{0ADC1C84-2CB8-2853-A61E-B3A019A2B202}"/>
              </a:ext>
            </a:extLst>
          </p:cNvPr>
          <p:cNvSpPr>
            <a:spLocks noGrp="1"/>
          </p:cNvSpPr>
          <p:nvPr>
            <p:ph sz="half" idx="2"/>
          </p:nvPr>
        </p:nvSpPr>
        <p:spPr>
          <a:xfrm>
            <a:off x="6172200" y="1825625"/>
            <a:ext cx="5181600" cy="4351338"/>
          </a:xfrm>
        </p:spPr>
        <p:txBody>
          <a:body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FI"/>
          </a:p>
        </p:txBody>
      </p:sp>
      <p:sp>
        <p:nvSpPr>
          <p:cNvPr id="5" name="Päivämäärän paikkamerkki 4">
            <a:extLst>
              <a:ext uri="{FF2B5EF4-FFF2-40B4-BE49-F238E27FC236}">
                <a16:creationId xmlns:a16="http://schemas.microsoft.com/office/drawing/2014/main" id="{08A22419-7D45-F037-2BFA-9BDC4206BD4F}"/>
              </a:ext>
            </a:extLst>
          </p:cNvPr>
          <p:cNvSpPr>
            <a:spLocks noGrp="1"/>
          </p:cNvSpPr>
          <p:nvPr>
            <p:ph type="dt" sz="half" idx="10"/>
          </p:nvPr>
        </p:nvSpPr>
        <p:spPr/>
        <p:txBody>
          <a:bodyPr/>
          <a:lstStyle/>
          <a:p>
            <a:fld id="{3E3BAE3E-5733-466F-9F50-BD087971B673}" type="datetimeFigureOut">
              <a:rPr lang="en-FI" smtClean="0"/>
              <a:t>10/23/2025</a:t>
            </a:fld>
            <a:endParaRPr lang="en-FI"/>
          </a:p>
        </p:txBody>
      </p:sp>
      <p:sp>
        <p:nvSpPr>
          <p:cNvPr id="6" name="Alatunnisteen paikkamerkki 5">
            <a:extLst>
              <a:ext uri="{FF2B5EF4-FFF2-40B4-BE49-F238E27FC236}">
                <a16:creationId xmlns:a16="http://schemas.microsoft.com/office/drawing/2014/main" id="{6C9E4B0A-B60B-D942-FB22-5D626F3BFF0A}"/>
              </a:ext>
            </a:extLst>
          </p:cNvPr>
          <p:cNvSpPr>
            <a:spLocks noGrp="1"/>
          </p:cNvSpPr>
          <p:nvPr>
            <p:ph type="ftr" sz="quarter" idx="11"/>
          </p:nvPr>
        </p:nvSpPr>
        <p:spPr/>
        <p:txBody>
          <a:bodyPr/>
          <a:lstStyle/>
          <a:p>
            <a:endParaRPr lang="en-FI"/>
          </a:p>
        </p:txBody>
      </p:sp>
      <p:sp>
        <p:nvSpPr>
          <p:cNvPr id="7" name="Dian numeron paikkamerkki 6">
            <a:extLst>
              <a:ext uri="{FF2B5EF4-FFF2-40B4-BE49-F238E27FC236}">
                <a16:creationId xmlns:a16="http://schemas.microsoft.com/office/drawing/2014/main" id="{BA0C673D-EEF8-DA6D-FBF7-F43ECE28AF2E}"/>
              </a:ext>
            </a:extLst>
          </p:cNvPr>
          <p:cNvSpPr>
            <a:spLocks noGrp="1"/>
          </p:cNvSpPr>
          <p:nvPr>
            <p:ph type="sldNum" sz="quarter" idx="12"/>
          </p:nvPr>
        </p:nvSpPr>
        <p:spPr/>
        <p:txBody>
          <a:bodyPr/>
          <a:lstStyle/>
          <a:p>
            <a:fld id="{4DC378C6-5AF9-4690-8975-FB88E62EE0FB}" type="slidenum">
              <a:rPr lang="en-FI" smtClean="0"/>
              <a:t>‹#›</a:t>
            </a:fld>
            <a:endParaRPr lang="en-FI"/>
          </a:p>
        </p:txBody>
      </p:sp>
    </p:spTree>
    <p:extLst>
      <p:ext uri="{BB962C8B-B14F-4D97-AF65-F5344CB8AC3E}">
        <p14:creationId xmlns:p14="http://schemas.microsoft.com/office/powerpoint/2010/main" val="1827747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tailu">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0DDB9C23-7292-53BD-01A6-BE09694560C3}"/>
              </a:ext>
            </a:extLst>
          </p:cNvPr>
          <p:cNvSpPr>
            <a:spLocks noGrp="1"/>
          </p:cNvSpPr>
          <p:nvPr>
            <p:ph type="title"/>
          </p:nvPr>
        </p:nvSpPr>
        <p:spPr>
          <a:xfrm>
            <a:off x="839788" y="365125"/>
            <a:ext cx="10515600" cy="1325563"/>
          </a:xfrm>
        </p:spPr>
        <p:txBody>
          <a:bodyPr/>
          <a:lstStyle/>
          <a:p>
            <a:r>
              <a:rPr lang="fi-FI"/>
              <a:t>Muokkaa ots. perustyyl. napsautt.</a:t>
            </a:r>
            <a:endParaRPr lang="en-FI"/>
          </a:p>
        </p:txBody>
      </p:sp>
      <p:sp>
        <p:nvSpPr>
          <p:cNvPr id="3" name="Tekstin paikkamerkki 2">
            <a:extLst>
              <a:ext uri="{FF2B5EF4-FFF2-40B4-BE49-F238E27FC236}">
                <a16:creationId xmlns:a16="http://schemas.microsoft.com/office/drawing/2014/main" id="{3A84EC3E-241F-1B7C-160A-C663B74D3E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Muokkaa tekstin perustyylejä napsauttamalla</a:t>
            </a:r>
          </a:p>
        </p:txBody>
      </p:sp>
      <p:sp>
        <p:nvSpPr>
          <p:cNvPr id="4" name="Sisällön paikkamerkki 3">
            <a:extLst>
              <a:ext uri="{FF2B5EF4-FFF2-40B4-BE49-F238E27FC236}">
                <a16:creationId xmlns:a16="http://schemas.microsoft.com/office/drawing/2014/main" id="{CAB49A42-1E2B-2E3F-E9BD-6BD06BCE12E0}"/>
              </a:ext>
            </a:extLst>
          </p:cNvPr>
          <p:cNvSpPr>
            <a:spLocks noGrp="1"/>
          </p:cNvSpPr>
          <p:nvPr>
            <p:ph sz="half" idx="2"/>
          </p:nvPr>
        </p:nvSpPr>
        <p:spPr>
          <a:xfrm>
            <a:off x="839788" y="2505075"/>
            <a:ext cx="5157787" cy="3684588"/>
          </a:xfrm>
        </p:spPr>
        <p:txBody>
          <a:body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FI"/>
          </a:p>
        </p:txBody>
      </p:sp>
      <p:sp>
        <p:nvSpPr>
          <p:cNvPr id="5" name="Tekstin paikkamerkki 4">
            <a:extLst>
              <a:ext uri="{FF2B5EF4-FFF2-40B4-BE49-F238E27FC236}">
                <a16:creationId xmlns:a16="http://schemas.microsoft.com/office/drawing/2014/main" id="{E6E447BE-80BA-42A4-DC0B-248BBD8782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Muokkaa tekstin perustyylejä napsauttamalla</a:t>
            </a:r>
          </a:p>
        </p:txBody>
      </p:sp>
      <p:sp>
        <p:nvSpPr>
          <p:cNvPr id="6" name="Sisällön paikkamerkki 5">
            <a:extLst>
              <a:ext uri="{FF2B5EF4-FFF2-40B4-BE49-F238E27FC236}">
                <a16:creationId xmlns:a16="http://schemas.microsoft.com/office/drawing/2014/main" id="{5FB99789-B411-A9BD-4AF4-0A2FF35DD284}"/>
              </a:ext>
            </a:extLst>
          </p:cNvPr>
          <p:cNvSpPr>
            <a:spLocks noGrp="1"/>
          </p:cNvSpPr>
          <p:nvPr>
            <p:ph sz="quarter" idx="4"/>
          </p:nvPr>
        </p:nvSpPr>
        <p:spPr>
          <a:xfrm>
            <a:off x="6172200" y="2505075"/>
            <a:ext cx="5183188" cy="3684588"/>
          </a:xfrm>
        </p:spPr>
        <p:txBody>
          <a:body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FI"/>
          </a:p>
        </p:txBody>
      </p:sp>
      <p:sp>
        <p:nvSpPr>
          <p:cNvPr id="7" name="Päivämäärän paikkamerkki 6">
            <a:extLst>
              <a:ext uri="{FF2B5EF4-FFF2-40B4-BE49-F238E27FC236}">
                <a16:creationId xmlns:a16="http://schemas.microsoft.com/office/drawing/2014/main" id="{FD535DE3-3677-E587-2587-002526D78E9A}"/>
              </a:ext>
            </a:extLst>
          </p:cNvPr>
          <p:cNvSpPr>
            <a:spLocks noGrp="1"/>
          </p:cNvSpPr>
          <p:nvPr>
            <p:ph type="dt" sz="half" idx="10"/>
          </p:nvPr>
        </p:nvSpPr>
        <p:spPr/>
        <p:txBody>
          <a:bodyPr/>
          <a:lstStyle/>
          <a:p>
            <a:fld id="{3E3BAE3E-5733-466F-9F50-BD087971B673}" type="datetimeFigureOut">
              <a:rPr lang="en-FI" smtClean="0"/>
              <a:t>10/23/2025</a:t>
            </a:fld>
            <a:endParaRPr lang="en-FI"/>
          </a:p>
        </p:txBody>
      </p:sp>
      <p:sp>
        <p:nvSpPr>
          <p:cNvPr id="8" name="Alatunnisteen paikkamerkki 7">
            <a:extLst>
              <a:ext uri="{FF2B5EF4-FFF2-40B4-BE49-F238E27FC236}">
                <a16:creationId xmlns:a16="http://schemas.microsoft.com/office/drawing/2014/main" id="{4899E382-CB1A-6469-8C7E-5A976C36EDCF}"/>
              </a:ext>
            </a:extLst>
          </p:cNvPr>
          <p:cNvSpPr>
            <a:spLocks noGrp="1"/>
          </p:cNvSpPr>
          <p:nvPr>
            <p:ph type="ftr" sz="quarter" idx="11"/>
          </p:nvPr>
        </p:nvSpPr>
        <p:spPr/>
        <p:txBody>
          <a:bodyPr/>
          <a:lstStyle/>
          <a:p>
            <a:endParaRPr lang="en-FI"/>
          </a:p>
        </p:txBody>
      </p:sp>
      <p:sp>
        <p:nvSpPr>
          <p:cNvPr id="9" name="Dian numeron paikkamerkki 8">
            <a:extLst>
              <a:ext uri="{FF2B5EF4-FFF2-40B4-BE49-F238E27FC236}">
                <a16:creationId xmlns:a16="http://schemas.microsoft.com/office/drawing/2014/main" id="{C9945C79-60A0-67DF-BFA6-D4D98CC2FB40}"/>
              </a:ext>
            </a:extLst>
          </p:cNvPr>
          <p:cNvSpPr>
            <a:spLocks noGrp="1"/>
          </p:cNvSpPr>
          <p:nvPr>
            <p:ph type="sldNum" sz="quarter" idx="12"/>
          </p:nvPr>
        </p:nvSpPr>
        <p:spPr/>
        <p:txBody>
          <a:bodyPr/>
          <a:lstStyle/>
          <a:p>
            <a:fld id="{4DC378C6-5AF9-4690-8975-FB88E62EE0FB}" type="slidenum">
              <a:rPr lang="en-FI" smtClean="0"/>
              <a:t>‹#›</a:t>
            </a:fld>
            <a:endParaRPr lang="en-FI"/>
          </a:p>
        </p:txBody>
      </p:sp>
    </p:spTree>
    <p:extLst>
      <p:ext uri="{BB962C8B-B14F-4D97-AF65-F5344CB8AC3E}">
        <p14:creationId xmlns:p14="http://schemas.microsoft.com/office/powerpoint/2010/main" val="29913179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Vain otsikko">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C8A086AD-74D4-D61F-D73E-DF38274B4A46}"/>
              </a:ext>
            </a:extLst>
          </p:cNvPr>
          <p:cNvSpPr>
            <a:spLocks noGrp="1"/>
          </p:cNvSpPr>
          <p:nvPr>
            <p:ph type="title"/>
          </p:nvPr>
        </p:nvSpPr>
        <p:spPr/>
        <p:txBody>
          <a:bodyPr/>
          <a:lstStyle/>
          <a:p>
            <a:r>
              <a:rPr lang="fi-FI"/>
              <a:t>Muokkaa ots. perustyyl. napsautt.</a:t>
            </a:r>
            <a:endParaRPr lang="en-FI"/>
          </a:p>
        </p:txBody>
      </p:sp>
      <p:sp>
        <p:nvSpPr>
          <p:cNvPr id="3" name="Päivämäärän paikkamerkki 2">
            <a:extLst>
              <a:ext uri="{FF2B5EF4-FFF2-40B4-BE49-F238E27FC236}">
                <a16:creationId xmlns:a16="http://schemas.microsoft.com/office/drawing/2014/main" id="{DFBCE9FE-578E-256E-9D80-25FBDB8A6F46}"/>
              </a:ext>
            </a:extLst>
          </p:cNvPr>
          <p:cNvSpPr>
            <a:spLocks noGrp="1"/>
          </p:cNvSpPr>
          <p:nvPr>
            <p:ph type="dt" sz="half" idx="10"/>
          </p:nvPr>
        </p:nvSpPr>
        <p:spPr/>
        <p:txBody>
          <a:bodyPr/>
          <a:lstStyle/>
          <a:p>
            <a:fld id="{3E3BAE3E-5733-466F-9F50-BD087971B673}" type="datetimeFigureOut">
              <a:rPr lang="en-FI" smtClean="0"/>
              <a:t>10/23/2025</a:t>
            </a:fld>
            <a:endParaRPr lang="en-FI"/>
          </a:p>
        </p:txBody>
      </p:sp>
      <p:sp>
        <p:nvSpPr>
          <p:cNvPr id="4" name="Alatunnisteen paikkamerkki 3">
            <a:extLst>
              <a:ext uri="{FF2B5EF4-FFF2-40B4-BE49-F238E27FC236}">
                <a16:creationId xmlns:a16="http://schemas.microsoft.com/office/drawing/2014/main" id="{0C735EA6-71E6-F65C-A380-7D3E6A654F04}"/>
              </a:ext>
            </a:extLst>
          </p:cNvPr>
          <p:cNvSpPr>
            <a:spLocks noGrp="1"/>
          </p:cNvSpPr>
          <p:nvPr>
            <p:ph type="ftr" sz="quarter" idx="11"/>
          </p:nvPr>
        </p:nvSpPr>
        <p:spPr/>
        <p:txBody>
          <a:bodyPr/>
          <a:lstStyle/>
          <a:p>
            <a:endParaRPr lang="en-FI"/>
          </a:p>
        </p:txBody>
      </p:sp>
      <p:sp>
        <p:nvSpPr>
          <p:cNvPr id="5" name="Dian numeron paikkamerkki 4">
            <a:extLst>
              <a:ext uri="{FF2B5EF4-FFF2-40B4-BE49-F238E27FC236}">
                <a16:creationId xmlns:a16="http://schemas.microsoft.com/office/drawing/2014/main" id="{6A43D1C7-0DE4-7DE4-23DB-3D803B78B4E5}"/>
              </a:ext>
            </a:extLst>
          </p:cNvPr>
          <p:cNvSpPr>
            <a:spLocks noGrp="1"/>
          </p:cNvSpPr>
          <p:nvPr>
            <p:ph type="sldNum" sz="quarter" idx="12"/>
          </p:nvPr>
        </p:nvSpPr>
        <p:spPr/>
        <p:txBody>
          <a:bodyPr/>
          <a:lstStyle/>
          <a:p>
            <a:fld id="{4DC378C6-5AF9-4690-8975-FB88E62EE0FB}" type="slidenum">
              <a:rPr lang="en-FI" smtClean="0"/>
              <a:t>‹#›</a:t>
            </a:fld>
            <a:endParaRPr lang="en-FI"/>
          </a:p>
        </p:txBody>
      </p:sp>
    </p:spTree>
    <p:extLst>
      <p:ext uri="{BB962C8B-B14F-4D97-AF65-F5344CB8AC3E}">
        <p14:creationId xmlns:p14="http://schemas.microsoft.com/office/powerpoint/2010/main" val="16785450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yhjä">
    <p:spTree>
      <p:nvGrpSpPr>
        <p:cNvPr id="1" name=""/>
        <p:cNvGrpSpPr/>
        <p:nvPr/>
      </p:nvGrpSpPr>
      <p:grpSpPr>
        <a:xfrm>
          <a:off x="0" y="0"/>
          <a:ext cx="0" cy="0"/>
          <a:chOff x="0" y="0"/>
          <a:chExt cx="0" cy="0"/>
        </a:xfrm>
      </p:grpSpPr>
      <p:sp>
        <p:nvSpPr>
          <p:cNvPr id="2" name="Päivämäärän paikkamerkki 1">
            <a:extLst>
              <a:ext uri="{FF2B5EF4-FFF2-40B4-BE49-F238E27FC236}">
                <a16:creationId xmlns:a16="http://schemas.microsoft.com/office/drawing/2014/main" id="{0F57F5AD-B106-E4B8-287C-941B46ED311B}"/>
              </a:ext>
            </a:extLst>
          </p:cNvPr>
          <p:cNvSpPr>
            <a:spLocks noGrp="1"/>
          </p:cNvSpPr>
          <p:nvPr>
            <p:ph type="dt" sz="half" idx="10"/>
          </p:nvPr>
        </p:nvSpPr>
        <p:spPr/>
        <p:txBody>
          <a:bodyPr/>
          <a:lstStyle/>
          <a:p>
            <a:fld id="{3E3BAE3E-5733-466F-9F50-BD087971B673}" type="datetimeFigureOut">
              <a:rPr lang="en-FI" smtClean="0"/>
              <a:t>10/23/2025</a:t>
            </a:fld>
            <a:endParaRPr lang="en-FI"/>
          </a:p>
        </p:txBody>
      </p:sp>
      <p:sp>
        <p:nvSpPr>
          <p:cNvPr id="3" name="Alatunnisteen paikkamerkki 2">
            <a:extLst>
              <a:ext uri="{FF2B5EF4-FFF2-40B4-BE49-F238E27FC236}">
                <a16:creationId xmlns:a16="http://schemas.microsoft.com/office/drawing/2014/main" id="{9552ECC2-06A1-614C-48AA-E68937301317}"/>
              </a:ext>
            </a:extLst>
          </p:cNvPr>
          <p:cNvSpPr>
            <a:spLocks noGrp="1"/>
          </p:cNvSpPr>
          <p:nvPr>
            <p:ph type="ftr" sz="quarter" idx="11"/>
          </p:nvPr>
        </p:nvSpPr>
        <p:spPr/>
        <p:txBody>
          <a:bodyPr/>
          <a:lstStyle/>
          <a:p>
            <a:endParaRPr lang="en-FI"/>
          </a:p>
        </p:txBody>
      </p:sp>
      <p:sp>
        <p:nvSpPr>
          <p:cNvPr id="4" name="Dian numeron paikkamerkki 3">
            <a:extLst>
              <a:ext uri="{FF2B5EF4-FFF2-40B4-BE49-F238E27FC236}">
                <a16:creationId xmlns:a16="http://schemas.microsoft.com/office/drawing/2014/main" id="{B7597134-E0C1-870E-54F1-0FE6B1D1C962}"/>
              </a:ext>
            </a:extLst>
          </p:cNvPr>
          <p:cNvSpPr>
            <a:spLocks noGrp="1"/>
          </p:cNvSpPr>
          <p:nvPr>
            <p:ph type="sldNum" sz="quarter" idx="12"/>
          </p:nvPr>
        </p:nvSpPr>
        <p:spPr/>
        <p:txBody>
          <a:bodyPr/>
          <a:lstStyle/>
          <a:p>
            <a:fld id="{4DC378C6-5AF9-4690-8975-FB88E62EE0FB}" type="slidenum">
              <a:rPr lang="en-FI" smtClean="0"/>
              <a:t>‹#›</a:t>
            </a:fld>
            <a:endParaRPr lang="en-FI"/>
          </a:p>
        </p:txBody>
      </p:sp>
    </p:spTree>
    <p:extLst>
      <p:ext uri="{BB962C8B-B14F-4D97-AF65-F5344CB8AC3E}">
        <p14:creationId xmlns:p14="http://schemas.microsoft.com/office/powerpoint/2010/main" val="20738062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Kuvatekstillinen sisältö">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38EE788A-7511-D377-31A3-55105B5C991F}"/>
              </a:ext>
            </a:extLst>
          </p:cNvPr>
          <p:cNvSpPr>
            <a:spLocks noGrp="1"/>
          </p:cNvSpPr>
          <p:nvPr>
            <p:ph type="title"/>
          </p:nvPr>
        </p:nvSpPr>
        <p:spPr>
          <a:xfrm>
            <a:off x="839788" y="457200"/>
            <a:ext cx="3932237" cy="1600200"/>
          </a:xfrm>
        </p:spPr>
        <p:txBody>
          <a:bodyPr anchor="b"/>
          <a:lstStyle>
            <a:lvl1pPr>
              <a:defRPr sz="3200"/>
            </a:lvl1pPr>
          </a:lstStyle>
          <a:p>
            <a:r>
              <a:rPr lang="fi-FI"/>
              <a:t>Muokkaa ots. perustyyl. napsautt.</a:t>
            </a:r>
            <a:endParaRPr lang="en-FI"/>
          </a:p>
        </p:txBody>
      </p:sp>
      <p:sp>
        <p:nvSpPr>
          <p:cNvPr id="3" name="Sisällön paikkamerkki 2">
            <a:extLst>
              <a:ext uri="{FF2B5EF4-FFF2-40B4-BE49-F238E27FC236}">
                <a16:creationId xmlns:a16="http://schemas.microsoft.com/office/drawing/2014/main" id="{2C6FB222-43BE-A132-28DA-35FFB425296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FI"/>
          </a:p>
        </p:txBody>
      </p:sp>
      <p:sp>
        <p:nvSpPr>
          <p:cNvPr id="4" name="Tekstin paikkamerkki 3">
            <a:extLst>
              <a:ext uri="{FF2B5EF4-FFF2-40B4-BE49-F238E27FC236}">
                <a16:creationId xmlns:a16="http://schemas.microsoft.com/office/drawing/2014/main" id="{41F40429-1D4E-703A-31CD-E4A7A6CAAE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i-FI"/>
              <a:t>Muokkaa tekstin perustyylejä napsauttamalla</a:t>
            </a:r>
          </a:p>
        </p:txBody>
      </p:sp>
      <p:sp>
        <p:nvSpPr>
          <p:cNvPr id="5" name="Päivämäärän paikkamerkki 4">
            <a:extLst>
              <a:ext uri="{FF2B5EF4-FFF2-40B4-BE49-F238E27FC236}">
                <a16:creationId xmlns:a16="http://schemas.microsoft.com/office/drawing/2014/main" id="{17F9386E-83E8-706B-776F-D966DBB8AF02}"/>
              </a:ext>
            </a:extLst>
          </p:cNvPr>
          <p:cNvSpPr>
            <a:spLocks noGrp="1"/>
          </p:cNvSpPr>
          <p:nvPr>
            <p:ph type="dt" sz="half" idx="10"/>
          </p:nvPr>
        </p:nvSpPr>
        <p:spPr/>
        <p:txBody>
          <a:bodyPr/>
          <a:lstStyle/>
          <a:p>
            <a:fld id="{3E3BAE3E-5733-466F-9F50-BD087971B673}" type="datetimeFigureOut">
              <a:rPr lang="en-FI" smtClean="0"/>
              <a:t>10/23/2025</a:t>
            </a:fld>
            <a:endParaRPr lang="en-FI"/>
          </a:p>
        </p:txBody>
      </p:sp>
      <p:sp>
        <p:nvSpPr>
          <p:cNvPr id="6" name="Alatunnisteen paikkamerkki 5">
            <a:extLst>
              <a:ext uri="{FF2B5EF4-FFF2-40B4-BE49-F238E27FC236}">
                <a16:creationId xmlns:a16="http://schemas.microsoft.com/office/drawing/2014/main" id="{6654425C-2558-DD22-D68A-C887E071E550}"/>
              </a:ext>
            </a:extLst>
          </p:cNvPr>
          <p:cNvSpPr>
            <a:spLocks noGrp="1"/>
          </p:cNvSpPr>
          <p:nvPr>
            <p:ph type="ftr" sz="quarter" idx="11"/>
          </p:nvPr>
        </p:nvSpPr>
        <p:spPr/>
        <p:txBody>
          <a:bodyPr/>
          <a:lstStyle/>
          <a:p>
            <a:endParaRPr lang="en-FI"/>
          </a:p>
        </p:txBody>
      </p:sp>
      <p:sp>
        <p:nvSpPr>
          <p:cNvPr id="7" name="Dian numeron paikkamerkki 6">
            <a:extLst>
              <a:ext uri="{FF2B5EF4-FFF2-40B4-BE49-F238E27FC236}">
                <a16:creationId xmlns:a16="http://schemas.microsoft.com/office/drawing/2014/main" id="{DBDD4474-F787-FE83-0D66-2157E1849199}"/>
              </a:ext>
            </a:extLst>
          </p:cNvPr>
          <p:cNvSpPr>
            <a:spLocks noGrp="1"/>
          </p:cNvSpPr>
          <p:nvPr>
            <p:ph type="sldNum" sz="quarter" idx="12"/>
          </p:nvPr>
        </p:nvSpPr>
        <p:spPr/>
        <p:txBody>
          <a:bodyPr/>
          <a:lstStyle/>
          <a:p>
            <a:fld id="{4DC378C6-5AF9-4690-8975-FB88E62EE0FB}" type="slidenum">
              <a:rPr lang="en-FI" smtClean="0"/>
              <a:t>‹#›</a:t>
            </a:fld>
            <a:endParaRPr lang="en-FI"/>
          </a:p>
        </p:txBody>
      </p:sp>
    </p:spTree>
    <p:extLst>
      <p:ext uri="{BB962C8B-B14F-4D97-AF65-F5344CB8AC3E}">
        <p14:creationId xmlns:p14="http://schemas.microsoft.com/office/powerpoint/2010/main" val="3907886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Kuvatekstillinen kuva">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87AB71BC-B515-09C7-E90A-8BBF35968183}"/>
              </a:ext>
            </a:extLst>
          </p:cNvPr>
          <p:cNvSpPr>
            <a:spLocks noGrp="1"/>
          </p:cNvSpPr>
          <p:nvPr>
            <p:ph type="title"/>
          </p:nvPr>
        </p:nvSpPr>
        <p:spPr>
          <a:xfrm>
            <a:off x="839788" y="457200"/>
            <a:ext cx="3932237" cy="1600200"/>
          </a:xfrm>
        </p:spPr>
        <p:txBody>
          <a:bodyPr anchor="b"/>
          <a:lstStyle>
            <a:lvl1pPr>
              <a:defRPr sz="3200"/>
            </a:lvl1pPr>
          </a:lstStyle>
          <a:p>
            <a:r>
              <a:rPr lang="fi-FI"/>
              <a:t>Muokkaa ots. perustyyl. napsautt.</a:t>
            </a:r>
            <a:endParaRPr lang="en-FI"/>
          </a:p>
        </p:txBody>
      </p:sp>
      <p:sp>
        <p:nvSpPr>
          <p:cNvPr id="3" name="Kuvan paikkamerkki 2">
            <a:extLst>
              <a:ext uri="{FF2B5EF4-FFF2-40B4-BE49-F238E27FC236}">
                <a16:creationId xmlns:a16="http://schemas.microsoft.com/office/drawing/2014/main" id="{8C28387F-8B84-4A0E-C556-34830E4B58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FI"/>
          </a:p>
        </p:txBody>
      </p:sp>
      <p:sp>
        <p:nvSpPr>
          <p:cNvPr id="4" name="Tekstin paikkamerkki 3">
            <a:extLst>
              <a:ext uri="{FF2B5EF4-FFF2-40B4-BE49-F238E27FC236}">
                <a16:creationId xmlns:a16="http://schemas.microsoft.com/office/drawing/2014/main" id="{7ECE5953-089F-4A72-C887-92899C98D8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i-FI"/>
              <a:t>Muokkaa tekstin perustyylejä napsauttamalla</a:t>
            </a:r>
          </a:p>
        </p:txBody>
      </p:sp>
      <p:sp>
        <p:nvSpPr>
          <p:cNvPr id="5" name="Päivämäärän paikkamerkki 4">
            <a:extLst>
              <a:ext uri="{FF2B5EF4-FFF2-40B4-BE49-F238E27FC236}">
                <a16:creationId xmlns:a16="http://schemas.microsoft.com/office/drawing/2014/main" id="{2B70DE65-E410-5560-202E-456F879EA66B}"/>
              </a:ext>
            </a:extLst>
          </p:cNvPr>
          <p:cNvSpPr>
            <a:spLocks noGrp="1"/>
          </p:cNvSpPr>
          <p:nvPr>
            <p:ph type="dt" sz="half" idx="10"/>
          </p:nvPr>
        </p:nvSpPr>
        <p:spPr/>
        <p:txBody>
          <a:bodyPr/>
          <a:lstStyle/>
          <a:p>
            <a:fld id="{3E3BAE3E-5733-466F-9F50-BD087971B673}" type="datetimeFigureOut">
              <a:rPr lang="en-FI" smtClean="0"/>
              <a:t>10/23/2025</a:t>
            </a:fld>
            <a:endParaRPr lang="en-FI"/>
          </a:p>
        </p:txBody>
      </p:sp>
      <p:sp>
        <p:nvSpPr>
          <p:cNvPr id="6" name="Alatunnisteen paikkamerkki 5">
            <a:extLst>
              <a:ext uri="{FF2B5EF4-FFF2-40B4-BE49-F238E27FC236}">
                <a16:creationId xmlns:a16="http://schemas.microsoft.com/office/drawing/2014/main" id="{53973F9D-7874-4525-86F8-04A0B4DE2BE4}"/>
              </a:ext>
            </a:extLst>
          </p:cNvPr>
          <p:cNvSpPr>
            <a:spLocks noGrp="1"/>
          </p:cNvSpPr>
          <p:nvPr>
            <p:ph type="ftr" sz="quarter" idx="11"/>
          </p:nvPr>
        </p:nvSpPr>
        <p:spPr/>
        <p:txBody>
          <a:bodyPr/>
          <a:lstStyle/>
          <a:p>
            <a:endParaRPr lang="en-FI"/>
          </a:p>
        </p:txBody>
      </p:sp>
      <p:sp>
        <p:nvSpPr>
          <p:cNvPr id="7" name="Dian numeron paikkamerkki 6">
            <a:extLst>
              <a:ext uri="{FF2B5EF4-FFF2-40B4-BE49-F238E27FC236}">
                <a16:creationId xmlns:a16="http://schemas.microsoft.com/office/drawing/2014/main" id="{F2004157-6019-0535-82C0-EF9C8E4F8350}"/>
              </a:ext>
            </a:extLst>
          </p:cNvPr>
          <p:cNvSpPr>
            <a:spLocks noGrp="1"/>
          </p:cNvSpPr>
          <p:nvPr>
            <p:ph type="sldNum" sz="quarter" idx="12"/>
          </p:nvPr>
        </p:nvSpPr>
        <p:spPr/>
        <p:txBody>
          <a:bodyPr/>
          <a:lstStyle/>
          <a:p>
            <a:fld id="{4DC378C6-5AF9-4690-8975-FB88E62EE0FB}" type="slidenum">
              <a:rPr lang="en-FI" smtClean="0"/>
              <a:t>‹#›</a:t>
            </a:fld>
            <a:endParaRPr lang="en-FI"/>
          </a:p>
        </p:txBody>
      </p:sp>
    </p:spTree>
    <p:extLst>
      <p:ext uri="{BB962C8B-B14F-4D97-AF65-F5344CB8AC3E}">
        <p14:creationId xmlns:p14="http://schemas.microsoft.com/office/powerpoint/2010/main" val="40974972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Otsikko ja pystysuora teksti">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F7075F58-A0AC-B788-94A7-51EFB835F519}"/>
              </a:ext>
            </a:extLst>
          </p:cNvPr>
          <p:cNvSpPr>
            <a:spLocks noGrp="1"/>
          </p:cNvSpPr>
          <p:nvPr>
            <p:ph type="title"/>
          </p:nvPr>
        </p:nvSpPr>
        <p:spPr/>
        <p:txBody>
          <a:bodyPr/>
          <a:lstStyle/>
          <a:p>
            <a:r>
              <a:rPr lang="fi-FI"/>
              <a:t>Muokkaa ots. perustyyl. napsautt.</a:t>
            </a:r>
            <a:endParaRPr lang="en-FI"/>
          </a:p>
        </p:txBody>
      </p:sp>
      <p:sp>
        <p:nvSpPr>
          <p:cNvPr id="3" name="Pystysuoran tekstin paikkamerkki 2">
            <a:extLst>
              <a:ext uri="{FF2B5EF4-FFF2-40B4-BE49-F238E27FC236}">
                <a16:creationId xmlns:a16="http://schemas.microsoft.com/office/drawing/2014/main" id="{97506048-9ABC-05B5-0F94-ACCA1037EE9E}"/>
              </a:ext>
            </a:extLst>
          </p:cNvPr>
          <p:cNvSpPr>
            <a:spLocks noGrp="1"/>
          </p:cNvSpPr>
          <p:nvPr>
            <p:ph type="body" orient="vert" idx="1"/>
          </p:nvPr>
        </p:nvSpPr>
        <p:spPr/>
        <p:txBody>
          <a:bodyPr vert="eaVert"/>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FI"/>
          </a:p>
        </p:txBody>
      </p:sp>
      <p:sp>
        <p:nvSpPr>
          <p:cNvPr id="4" name="Päivämäärän paikkamerkki 3">
            <a:extLst>
              <a:ext uri="{FF2B5EF4-FFF2-40B4-BE49-F238E27FC236}">
                <a16:creationId xmlns:a16="http://schemas.microsoft.com/office/drawing/2014/main" id="{49C894CE-0164-E52B-97A7-D1F8DEC7D89F}"/>
              </a:ext>
            </a:extLst>
          </p:cNvPr>
          <p:cNvSpPr>
            <a:spLocks noGrp="1"/>
          </p:cNvSpPr>
          <p:nvPr>
            <p:ph type="dt" sz="half" idx="10"/>
          </p:nvPr>
        </p:nvSpPr>
        <p:spPr/>
        <p:txBody>
          <a:bodyPr/>
          <a:lstStyle/>
          <a:p>
            <a:fld id="{3E3BAE3E-5733-466F-9F50-BD087971B673}" type="datetimeFigureOut">
              <a:rPr lang="en-FI" smtClean="0"/>
              <a:t>10/23/2025</a:t>
            </a:fld>
            <a:endParaRPr lang="en-FI"/>
          </a:p>
        </p:txBody>
      </p:sp>
      <p:sp>
        <p:nvSpPr>
          <p:cNvPr id="5" name="Alatunnisteen paikkamerkki 4">
            <a:extLst>
              <a:ext uri="{FF2B5EF4-FFF2-40B4-BE49-F238E27FC236}">
                <a16:creationId xmlns:a16="http://schemas.microsoft.com/office/drawing/2014/main" id="{5EEBFCBB-59F2-865A-106B-30DA2788AF07}"/>
              </a:ext>
            </a:extLst>
          </p:cNvPr>
          <p:cNvSpPr>
            <a:spLocks noGrp="1"/>
          </p:cNvSpPr>
          <p:nvPr>
            <p:ph type="ftr" sz="quarter" idx="11"/>
          </p:nvPr>
        </p:nvSpPr>
        <p:spPr/>
        <p:txBody>
          <a:bodyPr/>
          <a:lstStyle/>
          <a:p>
            <a:endParaRPr lang="en-FI"/>
          </a:p>
        </p:txBody>
      </p:sp>
      <p:sp>
        <p:nvSpPr>
          <p:cNvPr id="6" name="Dian numeron paikkamerkki 5">
            <a:extLst>
              <a:ext uri="{FF2B5EF4-FFF2-40B4-BE49-F238E27FC236}">
                <a16:creationId xmlns:a16="http://schemas.microsoft.com/office/drawing/2014/main" id="{4E629C88-88E1-78B8-7F8A-F11E08BFA292}"/>
              </a:ext>
            </a:extLst>
          </p:cNvPr>
          <p:cNvSpPr>
            <a:spLocks noGrp="1"/>
          </p:cNvSpPr>
          <p:nvPr>
            <p:ph type="sldNum" sz="quarter" idx="12"/>
          </p:nvPr>
        </p:nvSpPr>
        <p:spPr/>
        <p:txBody>
          <a:bodyPr/>
          <a:lstStyle/>
          <a:p>
            <a:fld id="{4DC378C6-5AF9-4690-8975-FB88E62EE0FB}" type="slidenum">
              <a:rPr lang="en-FI" smtClean="0"/>
              <a:t>‹#›</a:t>
            </a:fld>
            <a:endParaRPr lang="en-FI"/>
          </a:p>
        </p:txBody>
      </p:sp>
    </p:spTree>
    <p:extLst>
      <p:ext uri="{BB962C8B-B14F-4D97-AF65-F5344CB8AC3E}">
        <p14:creationId xmlns:p14="http://schemas.microsoft.com/office/powerpoint/2010/main" val="15700358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Pystysuora otsikko ja teksti">
    <p:spTree>
      <p:nvGrpSpPr>
        <p:cNvPr id="1" name=""/>
        <p:cNvGrpSpPr/>
        <p:nvPr/>
      </p:nvGrpSpPr>
      <p:grpSpPr>
        <a:xfrm>
          <a:off x="0" y="0"/>
          <a:ext cx="0" cy="0"/>
          <a:chOff x="0" y="0"/>
          <a:chExt cx="0" cy="0"/>
        </a:xfrm>
      </p:grpSpPr>
      <p:sp>
        <p:nvSpPr>
          <p:cNvPr id="2" name="Pystysuora otsikko 1">
            <a:extLst>
              <a:ext uri="{FF2B5EF4-FFF2-40B4-BE49-F238E27FC236}">
                <a16:creationId xmlns:a16="http://schemas.microsoft.com/office/drawing/2014/main" id="{06492DD3-5BED-AAC2-EB7A-646CB6405CFE}"/>
              </a:ext>
            </a:extLst>
          </p:cNvPr>
          <p:cNvSpPr>
            <a:spLocks noGrp="1"/>
          </p:cNvSpPr>
          <p:nvPr>
            <p:ph type="title" orient="vert"/>
          </p:nvPr>
        </p:nvSpPr>
        <p:spPr>
          <a:xfrm>
            <a:off x="8724900" y="365125"/>
            <a:ext cx="2628900" cy="5811838"/>
          </a:xfrm>
        </p:spPr>
        <p:txBody>
          <a:bodyPr vert="eaVert"/>
          <a:lstStyle/>
          <a:p>
            <a:r>
              <a:rPr lang="fi-FI"/>
              <a:t>Muokkaa ots. perustyyl. napsautt.</a:t>
            </a:r>
            <a:endParaRPr lang="en-FI"/>
          </a:p>
        </p:txBody>
      </p:sp>
      <p:sp>
        <p:nvSpPr>
          <p:cNvPr id="3" name="Pystysuoran tekstin paikkamerkki 2">
            <a:extLst>
              <a:ext uri="{FF2B5EF4-FFF2-40B4-BE49-F238E27FC236}">
                <a16:creationId xmlns:a16="http://schemas.microsoft.com/office/drawing/2014/main" id="{6CFA7666-A95B-5412-9C34-D6C6115E3A3F}"/>
              </a:ext>
            </a:extLst>
          </p:cNvPr>
          <p:cNvSpPr>
            <a:spLocks noGrp="1"/>
          </p:cNvSpPr>
          <p:nvPr>
            <p:ph type="body" orient="vert" idx="1"/>
          </p:nvPr>
        </p:nvSpPr>
        <p:spPr>
          <a:xfrm>
            <a:off x="838200" y="365125"/>
            <a:ext cx="7734300" cy="5811838"/>
          </a:xfrm>
        </p:spPr>
        <p:txBody>
          <a:bodyPr vert="eaVert"/>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FI"/>
          </a:p>
        </p:txBody>
      </p:sp>
      <p:sp>
        <p:nvSpPr>
          <p:cNvPr id="4" name="Päivämäärän paikkamerkki 3">
            <a:extLst>
              <a:ext uri="{FF2B5EF4-FFF2-40B4-BE49-F238E27FC236}">
                <a16:creationId xmlns:a16="http://schemas.microsoft.com/office/drawing/2014/main" id="{45F66CCE-CAE5-0640-0BF0-6C895BE04F7A}"/>
              </a:ext>
            </a:extLst>
          </p:cNvPr>
          <p:cNvSpPr>
            <a:spLocks noGrp="1"/>
          </p:cNvSpPr>
          <p:nvPr>
            <p:ph type="dt" sz="half" idx="10"/>
          </p:nvPr>
        </p:nvSpPr>
        <p:spPr/>
        <p:txBody>
          <a:bodyPr/>
          <a:lstStyle/>
          <a:p>
            <a:fld id="{3E3BAE3E-5733-466F-9F50-BD087971B673}" type="datetimeFigureOut">
              <a:rPr lang="en-FI" smtClean="0"/>
              <a:t>10/23/2025</a:t>
            </a:fld>
            <a:endParaRPr lang="en-FI"/>
          </a:p>
        </p:txBody>
      </p:sp>
      <p:sp>
        <p:nvSpPr>
          <p:cNvPr id="5" name="Alatunnisteen paikkamerkki 4">
            <a:extLst>
              <a:ext uri="{FF2B5EF4-FFF2-40B4-BE49-F238E27FC236}">
                <a16:creationId xmlns:a16="http://schemas.microsoft.com/office/drawing/2014/main" id="{FDA21BC2-AB37-3E14-0D27-B890E167B556}"/>
              </a:ext>
            </a:extLst>
          </p:cNvPr>
          <p:cNvSpPr>
            <a:spLocks noGrp="1"/>
          </p:cNvSpPr>
          <p:nvPr>
            <p:ph type="ftr" sz="quarter" idx="11"/>
          </p:nvPr>
        </p:nvSpPr>
        <p:spPr/>
        <p:txBody>
          <a:bodyPr/>
          <a:lstStyle/>
          <a:p>
            <a:endParaRPr lang="en-FI"/>
          </a:p>
        </p:txBody>
      </p:sp>
      <p:sp>
        <p:nvSpPr>
          <p:cNvPr id="6" name="Dian numeron paikkamerkki 5">
            <a:extLst>
              <a:ext uri="{FF2B5EF4-FFF2-40B4-BE49-F238E27FC236}">
                <a16:creationId xmlns:a16="http://schemas.microsoft.com/office/drawing/2014/main" id="{C38173B1-7D86-7B0C-D5E9-4C381A4ABE73}"/>
              </a:ext>
            </a:extLst>
          </p:cNvPr>
          <p:cNvSpPr>
            <a:spLocks noGrp="1"/>
          </p:cNvSpPr>
          <p:nvPr>
            <p:ph type="sldNum" sz="quarter" idx="12"/>
          </p:nvPr>
        </p:nvSpPr>
        <p:spPr/>
        <p:txBody>
          <a:bodyPr/>
          <a:lstStyle/>
          <a:p>
            <a:fld id="{4DC378C6-5AF9-4690-8975-FB88E62EE0FB}" type="slidenum">
              <a:rPr lang="en-FI" smtClean="0"/>
              <a:t>‹#›</a:t>
            </a:fld>
            <a:endParaRPr lang="en-FI"/>
          </a:p>
        </p:txBody>
      </p:sp>
    </p:spTree>
    <p:extLst>
      <p:ext uri="{BB962C8B-B14F-4D97-AF65-F5344CB8AC3E}">
        <p14:creationId xmlns:p14="http://schemas.microsoft.com/office/powerpoint/2010/main" val="6189343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Otsikon paikkamerkki 1">
            <a:extLst>
              <a:ext uri="{FF2B5EF4-FFF2-40B4-BE49-F238E27FC236}">
                <a16:creationId xmlns:a16="http://schemas.microsoft.com/office/drawing/2014/main" id="{3D2CAD5E-0BC9-739A-1A98-8995311CED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i-FI"/>
              <a:t>Muokkaa ots. perustyyl. napsautt.</a:t>
            </a:r>
            <a:endParaRPr lang="en-FI"/>
          </a:p>
        </p:txBody>
      </p:sp>
      <p:sp>
        <p:nvSpPr>
          <p:cNvPr id="3" name="Tekstin paikkamerkki 2">
            <a:extLst>
              <a:ext uri="{FF2B5EF4-FFF2-40B4-BE49-F238E27FC236}">
                <a16:creationId xmlns:a16="http://schemas.microsoft.com/office/drawing/2014/main" id="{DEF78CE2-C22A-9B57-808F-14A0FBEF7A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FI"/>
          </a:p>
        </p:txBody>
      </p:sp>
      <p:sp>
        <p:nvSpPr>
          <p:cNvPr id="4" name="Päivämäärän paikkamerkki 3">
            <a:extLst>
              <a:ext uri="{FF2B5EF4-FFF2-40B4-BE49-F238E27FC236}">
                <a16:creationId xmlns:a16="http://schemas.microsoft.com/office/drawing/2014/main" id="{39062914-E6E6-F9EF-25CA-DA6EC454BF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3BAE3E-5733-466F-9F50-BD087971B673}" type="datetimeFigureOut">
              <a:rPr lang="en-FI" smtClean="0"/>
              <a:t>10/23/2025</a:t>
            </a:fld>
            <a:endParaRPr lang="en-FI"/>
          </a:p>
        </p:txBody>
      </p:sp>
      <p:sp>
        <p:nvSpPr>
          <p:cNvPr id="5" name="Alatunnisteen paikkamerkki 4">
            <a:extLst>
              <a:ext uri="{FF2B5EF4-FFF2-40B4-BE49-F238E27FC236}">
                <a16:creationId xmlns:a16="http://schemas.microsoft.com/office/drawing/2014/main" id="{E948DC41-A325-AA35-671F-AD8C880868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FI"/>
          </a:p>
        </p:txBody>
      </p:sp>
      <p:sp>
        <p:nvSpPr>
          <p:cNvPr id="6" name="Dian numeron paikkamerkki 5">
            <a:extLst>
              <a:ext uri="{FF2B5EF4-FFF2-40B4-BE49-F238E27FC236}">
                <a16:creationId xmlns:a16="http://schemas.microsoft.com/office/drawing/2014/main" id="{F12C46D7-E7A1-BCA1-5745-3F645F7C63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C378C6-5AF9-4690-8975-FB88E62EE0FB}" type="slidenum">
              <a:rPr lang="en-FI" smtClean="0"/>
              <a:t>‹#›</a:t>
            </a:fld>
            <a:endParaRPr lang="en-FI"/>
          </a:p>
        </p:txBody>
      </p:sp>
    </p:spTree>
    <p:extLst>
      <p:ext uri="{BB962C8B-B14F-4D97-AF65-F5344CB8AC3E}">
        <p14:creationId xmlns:p14="http://schemas.microsoft.com/office/powerpoint/2010/main" val="27451436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1D98CAC-3EFF-4342-BD5A-6C0E8CAB4C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40068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tsikko 1">
            <a:extLst>
              <a:ext uri="{FF2B5EF4-FFF2-40B4-BE49-F238E27FC236}">
                <a16:creationId xmlns:a16="http://schemas.microsoft.com/office/drawing/2014/main" id="{FAABEB18-BA83-4FC7-F2B6-8FFBA58074B4}"/>
              </a:ext>
            </a:extLst>
          </p:cNvPr>
          <p:cNvSpPr>
            <a:spLocks noGrp="1"/>
          </p:cNvSpPr>
          <p:nvPr>
            <p:ph type="ctrTitle"/>
          </p:nvPr>
        </p:nvSpPr>
        <p:spPr>
          <a:xfrm>
            <a:off x="838200" y="914402"/>
            <a:ext cx="10515600" cy="2659957"/>
          </a:xfrm>
        </p:spPr>
        <p:txBody>
          <a:bodyPr>
            <a:normAutofit/>
          </a:bodyPr>
          <a:lstStyle/>
          <a:p>
            <a:r>
              <a:rPr lang="en-US" sz="8000">
                <a:solidFill>
                  <a:srgbClr val="FFFFFF"/>
                </a:solidFill>
                <a:ea typeface="Calibri Light"/>
                <a:cs typeface="Calibri Light"/>
              </a:rPr>
              <a:t>Analysis Report </a:t>
            </a:r>
          </a:p>
        </p:txBody>
      </p:sp>
      <p:sp>
        <p:nvSpPr>
          <p:cNvPr id="3" name="Alaotsikko 2">
            <a:extLst>
              <a:ext uri="{FF2B5EF4-FFF2-40B4-BE49-F238E27FC236}">
                <a16:creationId xmlns:a16="http://schemas.microsoft.com/office/drawing/2014/main" id="{338B66AA-D83A-AC94-C763-E2A34442824D}"/>
              </a:ext>
            </a:extLst>
          </p:cNvPr>
          <p:cNvSpPr>
            <a:spLocks noGrp="1"/>
          </p:cNvSpPr>
          <p:nvPr>
            <p:ph type="subTitle" idx="1"/>
          </p:nvPr>
        </p:nvSpPr>
        <p:spPr>
          <a:xfrm>
            <a:off x="838200" y="4368800"/>
            <a:ext cx="10515600" cy="1390650"/>
          </a:xfrm>
        </p:spPr>
        <p:txBody>
          <a:bodyPr vert="horz" lIns="91440" tIns="45720" rIns="91440" bIns="45720" rtlCol="0" anchor="t">
            <a:normAutofit/>
          </a:bodyPr>
          <a:lstStyle/>
          <a:p>
            <a:r>
              <a:rPr lang="en-US" sz="3200"/>
              <a:t>Workplace Satisfaction Survey dataset</a:t>
            </a:r>
          </a:p>
          <a:p>
            <a:r>
              <a:rPr lang="en-US" sz="3200" i="1">
                <a:ea typeface="Calibri"/>
                <a:cs typeface="Calibri"/>
              </a:rPr>
              <a:t>Group-10</a:t>
            </a:r>
          </a:p>
        </p:txBody>
      </p:sp>
    </p:spTree>
    <p:extLst>
      <p:ext uri="{BB962C8B-B14F-4D97-AF65-F5344CB8AC3E}">
        <p14:creationId xmlns:p14="http://schemas.microsoft.com/office/powerpoint/2010/main" val="16230364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932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tsikko 1">
            <a:extLst>
              <a:ext uri="{FF2B5EF4-FFF2-40B4-BE49-F238E27FC236}">
                <a16:creationId xmlns:a16="http://schemas.microsoft.com/office/drawing/2014/main" id="{A0C6D00F-3D7B-F817-70A7-B584ED4A237B}"/>
              </a:ext>
            </a:extLst>
          </p:cNvPr>
          <p:cNvSpPr>
            <a:spLocks noGrp="1"/>
          </p:cNvSpPr>
          <p:nvPr>
            <p:ph type="title"/>
          </p:nvPr>
        </p:nvSpPr>
        <p:spPr>
          <a:xfrm>
            <a:off x="524741" y="620392"/>
            <a:ext cx="3808268" cy="5504688"/>
          </a:xfrm>
        </p:spPr>
        <p:txBody>
          <a:bodyPr>
            <a:normAutofit/>
          </a:bodyPr>
          <a:lstStyle/>
          <a:p>
            <a:r>
              <a:rPr lang="en-US" sz="6000">
                <a:solidFill>
                  <a:schemeClr val="bg1"/>
                </a:solidFill>
              </a:rPr>
              <a:t>Background of the survey</a:t>
            </a:r>
            <a:endParaRPr lang="en-FI" sz="6000">
              <a:solidFill>
                <a:schemeClr val="bg1"/>
              </a:solidFill>
            </a:endParaRPr>
          </a:p>
        </p:txBody>
      </p:sp>
      <p:graphicFrame>
        <p:nvGraphicFramePr>
          <p:cNvPr id="5" name="Sisällön paikkamerkki 2">
            <a:extLst>
              <a:ext uri="{FF2B5EF4-FFF2-40B4-BE49-F238E27FC236}">
                <a16:creationId xmlns:a16="http://schemas.microsoft.com/office/drawing/2014/main" id="{DDBEDB1E-5384-E8F6-ED3A-BB901985CBCA}"/>
              </a:ext>
            </a:extLst>
          </p:cNvPr>
          <p:cNvGraphicFramePr>
            <a:graphicFrameLocks noGrp="1"/>
          </p:cNvGraphicFramePr>
          <p:nvPr>
            <p:ph idx="1"/>
            <p:extLst>
              <p:ext uri="{D42A27DB-BD31-4B8C-83A1-F6EECF244321}">
                <p14:modId xmlns:p14="http://schemas.microsoft.com/office/powerpoint/2010/main" val="67588718"/>
              </p:ext>
            </p:extLst>
          </p:nvPr>
        </p:nvGraphicFramePr>
        <p:xfrm>
          <a:off x="5468389" y="620392"/>
          <a:ext cx="6315831" cy="60266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43064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89CED098-BFA7-B315-55D7-6B7F764E07AA}"/>
              </a:ext>
            </a:extLst>
          </p:cNvPr>
          <p:cNvSpPr>
            <a:spLocks noGrp="1"/>
          </p:cNvSpPr>
          <p:nvPr>
            <p:ph type="title"/>
          </p:nvPr>
        </p:nvSpPr>
        <p:spPr>
          <a:xfrm>
            <a:off x="761840" y="1138265"/>
            <a:ext cx="4544762" cy="1401183"/>
          </a:xfrm>
        </p:spPr>
        <p:txBody>
          <a:bodyPr vert="horz" lIns="91440" tIns="45720" rIns="91440" bIns="45720" rtlCol="0" anchor="t">
            <a:normAutofit/>
          </a:bodyPr>
          <a:lstStyle/>
          <a:p>
            <a:r>
              <a:rPr lang="en-US" sz="3200" kern="1200">
                <a:solidFill>
                  <a:schemeClr val="tx1"/>
                </a:solidFill>
                <a:latin typeface="+mj-lt"/>
                <a:ea typeface="+mj-ea"/>
                <a:cs typeface="+mj-cs"/>
              </a:rPr>
              <a:t>Variables of the survey</a:t>
            </a:r>
          </a:p>
        </p:txBody>
      </p:sp>
      <p:cxnSp>
        <p:nvCxnSpPr>
          <p:cNvPr id="70" name="Straight Connector 69">
            <a:extLst>
              <a:ext uri="{FF2B5EF4-FFF2-40B4-BE49-F238E27FC236}">
                <a16:creationId xmlns:a16="http://schemas.microsoft.com/office/drawing/2014/main" id="{FC23E3B9-5ABF-58B3-E2B0-E9A5DAA900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462"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Tekstiruutu 4">
            <a:extLst>
              <a:ext uri="{FF2B5EF4-FFF2-40B4-BE49-F238E27FC236}">
                <a16:creationId xmlns:a16="http://schemas.microsoft.com/office/drawing/2014/main" id="{0EDEC2D5-2E00-6BDD-CA88-DC261FC46741}"/>
              </a:ext>
            </a:extLst>
          </p:cNvPr>
          <p:cNvSpPr txBox="1"/>
          <p:nvPr/>
        </p:nvSpPr>
        <p:spPr>
          <a:xfrm>
            <a:off x="761840" y="2551176"/>
            <a:ext cx="4544762" cy="3602935"/>
          </a:xfrm>
          <a:prstGeom prst="rect">
            <a:avLst/>
          </a:prstGeom>
        </p:spPr>
        <p:txBody>
          <a:bodyPr vert="horz" lIns="91440" tIns="45720" rIns="91440" bIns="45720" rtlCol="0">
            <a:normAutofit/>
          </a:bodyPr>
          <a:lstStyle/>
          <a:p>
            <a:pPr marL="285750" indent="-228600">
              <a:lnSpc>
                <a:spcPct val="90000"/>
              </a:lnSpc>
              <a:buFont typeface="Arial" panose="020B0604020202020204" pitchFamily="34" charset="0"/>
              <a:buChar char="•"/>
            </a:pPr>
            <a:r>
              <a:rPr lang="en-US" sz="2000"/>
              <a:t>The dataset includes both background variables (employee characteristics) and main interest variables (opinions and satisfaction).</a:t>
            </a:r>
          </a:p>
          <a:p>
            <a:pPr marL="285750" indent="-228600">
              <a:lnSpc>
                <a:spcPct val="90000"/>
              </a:lnSpc>
              <a:buFont typeface="Arial" panose="020B0604020202020204" pitchFamily="34" charset="0"/>
              <a:buChar char="•"/>
            </a:pPr>
            <a:r>
              <a:rPr lang="en-US" sz="2000"/>
              <a:t>Total of </a:t>
            </a:r>
            <a:r>
              <a:rPr lang="en-US" sz="2000" b="1"/>
              <a:t>16 variables</a:t>
            </a:r>
            <a:r>
              <a:rPr lang="en-US" sz="2000"/>
              <a:t> describing personal, professional, and satisfaction-related factors.</a:t>
            </a:r>
          </a:p>
          <a:p>
            <a:pPr marL="285750" indent="-228600">
              <a:lnSpc>
                <a:spcPct val="90000"/>
              </a:lnSpc>
              <a:buFont typeface="Arial" panose="020B0604020202020204" pitchFamily="34" charset="0"/>
              <a:buChar char="•"/>
            </a:pPr>
            <a:r>
              <a:rPr lang="en-US" sz="2000"/>
              <a:t>Data is analyzed to understand what factors influence workplace satisfaction.</a:t>
            </a:r>
          </a:p>
          <a:p>
            <a:pPr marL="57150" indent="-228600">
              <a:lnSpc>
                <a:spcPct val="90000"/>
              </a:lnSpc>
              <a:spcAft>
                <a:spcPts val="600"/>
              </a:spcAft>
              <a:buFont typeface="Arial" panose="020B0604020202020204" pitchFamily="34" charset="0"/>
              <a:buChar char="•"/>
            </a:pPr>
            <a:endParaRPr lang="en-US" sz="2000"/>
          </a:p>
        </p:txBody>
      </p:sp>
      <p:graphicFrame>
        <p:nvGraphicFramePr>
          <p:cNvPr id="19" name="Content Placeholder 18">
            <a:extLst>
              <a:ext uri="{FF2B5EF4-FFF2-40B4-BE49-F238E27FC236}">
                <a16:creationId xmlns:a16="http://schemas.microsoft.com/office/drawing/2014/main" id="{721047C0-04B0-8CDD-A2F9-77BF11169EF8}"/>
              </a:ext>
            </a:extLst>
          </p:cNvPr>
          <p:cNvGraphicFramePr>
            <a:graphicFrameLocks noGrp="1"/>
          </p:cNvGraphicFramePr>
          <p:nvPr>
            <p:ph idx="1"/>
            <p:extLst>
              <p:ext uri="{D42A27DB-BD31-4B8C-83A1-F6EECF244321}">
                <p14:modId xmlns:p14="http://schemas.microsoft.com/office/powerpoint/2010/main" val="2055858262"/>
              </p:ext>
            </p:extLst>
          </p:nvPr>
        </p:nvGraphicFramePr>
        <p:xfrm>
          <a:off x="5448822" y="490602"/>
          <a:ext cx="6441308" cy="6219797"/>
        </p:xfrm>
        <a:graphic>
          <a:graphicData uri="http://schemas.openxmlformats.org/drawingml/2006/table">
            <a:tbl>
              <a:tblPr firstRow="1" bandRow="1">
                <a:solidFill>
                  <a:srgbClr val="404040"/>
                </a:solidFill>
                <a:tableStyleId>{3B4B98B0-60AC-42C2-AFA5-B58CD77FA1E5}</a:tableStyleId>
              </a:tblPr>
              <a:tblGrid>
                <a:gridCol w="468949">
                  <a:extLst>
                    <a:ext uri="{9D8B030D-6E8A-4147-A177-3AD203B41FA5}">
                      <a16:colId xmlns:a16="http://schemas.microsoft.com/office/drawing/2014/main" val="213439139"/>
                    </a:ext>
                  </a:extLst>
                </a:gridCol>
                <a:gridCol w="1453488">
                  <a:extLst>
                    <a:ext uri="{9D8B030D-6E8A-4147-A177-3AD203B41FA5}">
                      <a16:colId xmlns:a16="http://schemas.microsoft.com/office/drawing/2014/main" val="3346011964"/>
                    </a:ext>
                  </a:extLst>
                </a:gridCol>
                <a:gridCol w="873703">
                  <a:extLst>
                    <a:ext uri="{9D8B030D-6E8A-4147-A177-3AD203B41FA5}">
                      <a16:colId xmlns:a16="http://schemas.microsoft.com/office/drawing/2014/main" val="3593561058"/>
                    </a:ext>
                  </a:extLst>
                </a:gridCol>
                <a:gridCol w="3645168">
                  <a:extLst>
                    <a:ext uri="{9D8B030D-6E8A-4147-A177-3AD203B41FA5}">
                      <a16:colId xmlns:a16="http://schemas.microsoft.com/office/drawing/2014/main" val="696784591"/>
                    </a:ext>
                  </a:extLst>
                </a:gridCol>
              </a:tblGrid>
              <a:tr h="385035">
                <a:tc>
                  <a:txBody>
                    <a:bodyPr/>
                    <a:lstStyle/>
                    <a:p>
                      <a:pPr algn="ctr">
                        <a:buNone/>
                      </a:pPr>
                      <a:r>
                        <a:rPr lang="en-US" sz="1200" b="0" cap="none" spc="0">
                          <a:solidFill>
                            <a:schemeClr val="bg1"/>
                          </a:solidFill>
                        </a:rPr>
                        <a:t>No.</a:t>
                      </a:r>
                    </a:p>
                  </a:txBody>
                  <a:tcPr marL="24630" marR="24630" marT="70206" marB="12315" anchor="ctr">
                    <a:lnL w="12700" cmpd="sng">
                      <a:noFill/>
                    </a:lnL>
                    <a:lnR w="12700" cmpd="sng">
                      <a:noFill/>
                    </a:lnR>
                    <a:lnT w="19050" cap="flat" cmpd="sng" algn="ctr">
                      <a:noFill/>
                      <a:prstDash val="solid"/>
                    </a:lnT>
                    <a:lnB w="38100" cmpd="sng">
                      <a:noFill/>
                    </a:lnB>
                    <a:solidFill>
                      <a:schemeClr val="accent2"/>
                    </a:solidFill>
                  </a:tcPr>
                </a:tc>
                <a:tc>
                  <a:txBody>
                    <a:bodyPr/>
                    <a:lstStyle/>
                    <a:p>
                      <a:pPr algn="l">
                        <a:buNone/>
                      </a:pPr>
                      <a:r>
                        <a:rPr lang="en-US" sz="1200" b="0" cap="none" spc="0">
                          <a:solidFill>
                            <a:schemeClr val="bg1"/>
                          </a:solidFill>
                        </a:rPr>
                        <a:t>Variable</a:t>
                      </a:r>
                    </a:p>
                  </a:txBody>
                  <a:tcPr marL="24630" marR="24630" marT="70206" marB="12315" anchor="ctr">
                    <a:lnL w="12700" cmpd="sng">
                      <a:noFill/>
                    </a:lnL>
                    <a:lnR w="12700" cmpd="sng">
                      <a:noFill/>
                    </a:lnR>
                    <a:lnT w="19050" cap="flat" cmpd="sng" algn="ctr">
                      <a:noFill/>
                      <a:prstDash val="solid"/>
                    </a:lnT>
                    <a:lnB w="38100" cmpd="sng">
                      <a:noFill/>
                    </a:lnB>
                    <a:solidFill>
                      <a:schemeClr val="accent2"/>
                    </a:solidFill>
                  </a:tcPr>
                </a:tc>
                <a:tc>
                  <a:txBody>
                    <a:bodyPr/>
                    <a:lstStyle/>
                    <a:p>
                      <a:pPr algn="l">
                        <a:buNone/>
                      </a:pPr>
                      <a:r>
                        <a:rPr lang="en-US" sz="1200" b="0" cap="none" spc="0">
                          <a:solidFill>
                            <a:schemeClr val="bg1"/>
                          </a:solidFill>
                        </a:rPr>
                        <a:t>Type</a:t>
                      </a:r>
                    </a:p>
                  </a:txBody>
                  <a:tcPr marL="24630" marR="24630" marT="70206" marB="12315" anchor="ctr">
                    <a:lnL w="12700" cmpd="sng">
                      <a:noFill/>
                    </a:lnL>
                    <a:lnR w="12700" cmpd="sng">
                      <a:noFill/>
                    </a:lnR>
                    <a:lnT w="19050" cap="flat" cmpd="sng" algn="ctr">
                      <a:noFill/>
                      <a:prstDash val="solid"/>
                    </a:lnT>
                    <a:lnB w="38100" cmpd="sng">
                      <a:noFill/>
                    </a:lnB>
                    <a:solidFill>
                      <a:schemeClr val="accent2"/>
                    </a:solidFill>
                  </a:tcPr>
                </a:tc>
                <a:tc>
                  <a:txBody>
                    <a:bodyPr/>
                    <a:lstStyle/>
                    <a:p>
                      <a:pPr algn="l">
                        <a:buNone/>
                      </a:pPr>
                      <a:r>
                        <a:rPr lang="en-US" sz="1200" b="0" cap="none" spc="0">
                          <a:solidFill>
                            <a:schemeClr val="bg1"/>
                          </a:solidFill>
                        </a:rPr>
                        <a:t>Description </a:t>
                      </a:r>
                    </a:p>
                  </a:txBody>
                  <a:tcPr marL="24630" marR="24630" marT="70206" marB="12315" anchor="ctr">
                    <a:lnL w="12700" cmpd="sng">
                      <a:noFill/>
                    </a:lnL>
                    <a:lnR w="12700" cmpd="sng">
                      <a:noFill/>
                    </a:lnR>
                    <a:lnT w="19050" cap="flat" cmpd="sng" algn="ctr">
                      <a:noFill/>
                      <a:prstDash val="solid"/>
                    </a:lnT>
                    <a:lnB w="38100" cmpd="sng">
                      <a:noFill/>
                    </a:lnB>
                    <a:solidFill>
                      <a:schemeClr val="accent2"/>
                    </a:solidFill>
                  </a:tcPr>
                </a:tc>
                <a:extLst>
                  <a:ext uri="{0D108BD9-81ED-4DB2-BD59-A6C34878D82A}">
                    <a16:rowId xmlns:a16="http://schemas.microsoft.com/office/drawing/2014/main" val="1783466032"/>
                  </a:ext>
                </a:extLst>
              </a:tr>
              <a:tr h="340608">
                <a:tc>
                  <a:txBody>
                    <a:bodyPr/>
                    <a:lstStyle/>
                    <a:p>
                      <a:pPr algn="ctr">
                        <a:buNone/>
                      </a:pPr>
                      <a:r>
                        <a:rPr lang="en-US" sz="900" cap="none" spc="0">
                          <a:solidFill>
                            <a:schemeClr val="bg1"/>
                          </a:solidFill>
                        </a:rPr>
                        <a:t>1</a:t>
                      </a:r>
                    </a:p>
                  </a:txBody>
                  <a:tcPr marL="24630" marR="24630" marT="70206" marB="12315" anchor="ctr">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404040"/>
                    </a:solidFill>
                  </a:tcPr>
                </a:tc>
                <a:tc>
                  <a:txBody>
                    <a:bodyPr/>
                    <a:lstStyle/>
                    <a:p>
                      <a:pPr algn="l">
                        <a:buNone/>
                      </a:pPr>
                      <a:r>
                        <a:rPr lang="en-US" sz="900" b="1" cap="none" spc="0">
                          <a:solidFill>
                            <a:schemeClr val="bg1"/>
                          </a:solidFill>
                        </a:rPr>
                        <a:t>number</a:t>
                      </a:r>
                      <a:endParaRPr lang="en-US" sz="900" cap="none" spc="0">
                        <a:solidFill>
                          <a:schemeClr val="bg1"/>
                        </a:solidFill>
                      </a:endParaRPr>
                    </a:p>
                  </a:txBody>
                  <a:tcPr marL="24630" marR="24630" marT="70206" marB="12315" anchor="ctr">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404040"/>
                    </a:solidFill>
                  </a:tcPr>
                </a:tc>
                <a:tc>
                  <a:txBody>
                    <a:bodyPr/>
                    <a:lstStyle/>
                    <a:p>
                      <a:pPr algn="l">
                        <a:buNone/>
                      </a:pPr>
                      <a:r>
                        <a:rPr lang="en-US" sz="900" cap="none" spc="0">
                          <a:solidFill>
                            <a:schemeClr val="bg1"/>
                          </a:solidFill>
                        </a:rPr>
                        <a:t>Identifier</a:t>
                      </a:r>
                    </a:p>
                  </a:txBody>
                  <a:tcPr marL="24630" marR="24630" marT="70206" marB="12315" anchor="ctr">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404040"/>
                    </a:solidFill>
                  </a:tcPr>
                </a:tc>
                <a:tc>
                  <a:txBody>
                    <a:bodyPr/>
                    <a:lstStyle/>
                    <a:p>
                      <a:pPr algn="l">
                        <a:buNone/>
                      </a:pPr>
                      <a:r>
                        <a:rPr lang="en-US" sz="900" cap="none" spc="0">
                          <a:solidFill>
                            <a:schemeClr val="bg1"/>
                          </a:solidFill>
                        </a:rPr>
                        <a:t>Unique ID for each respondent</a:t>
                      </a:r>
                    </a:p>
                  </a:txBody>
                  <a:tcPr marL="24630" marR="24630" marT="70206" marB="12315" anchor="ctr">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404040"/>
                    </a:solidFill>
                  </a:tcPr>
                </a:tc>
                <a:extLst>
                  <a:ext uri="{0D108BD9-81ED-4DB2-BD59-A6C34878D82A}">
                    <a16:rowId xmlns:a16="http://schemas.microsoft.com/office/drawing/2014/main" val="1543707678"/>
                  </a:ext>
                </a:extLst>
              </a:tr>
              <a:tr h="340608">
                <a:tc>
                  <a:txBody>
                    <a:bodyPr/>
                    <a:lstStyle/>
                    <a:p>
                      <a:pPr algn="ctr">
                        <a:buNone/>
                      </a:pPr>
                      <a:r>
                        <a:rPr lang="en-US" sz="900" cap="none" spc="0">
                          <a:solidFill>
                            <a:schemeClr val="bg1"/>
                          </a:solidFill>
                        </a:rPr>
                        <a:t>2</a:t>
                      </a:r>
                    </a:p>
                  </a:txBody>
                  <a:tcPr marL="24630" marR="24630" marT="70206" marB="1231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l">
                        <a:buNone/>
                      </a:pPr>
                      <a:r>
                        <a:rPr lang="en-US" sz="900" b="1" cap="none" spc="0">
                          <a:solidFill>
                            <a:schemeClr val="bg1"/>
                          </a:solidFill>
                        </a:rPr>
                        <a:t>gender</a:t>
                      </a:r>
                      <a:endParaRPr lang="en-US" sz="900" cap="none" spc="0">
                        <a:solidFill>
                          <a:schemeClr val="bg1"/>
                        </a:solidFill>
                      </a:endParaRPr>
                    </a:p>
                  </a:txBody>
                  <a:tcPr marL="24630" marR="24630" marT="70206" marB="1231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l">
                        <a:buNone/>
                      </a:pPr>
                      <a:r>
                        <a:rPr lang="en-US" sz="900" cap="none" spc="0">
                          <a:solidFill>
                            <a:schemeClr val="bg1"/>
                          </a:solidFill>
                        </a:rPr>
                        <a:t>Categorical</a:t>
                      </a:r>
                    </a:p>
                  </a:txBody>
                  <a:tcPr marL="24630" marR="24630" marT="70206" marB="1231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l">
                        <a:buNone/>
                      </a:pPr>
                      <a:r>
                        <a:rPr lang="en-US" sz="900" cap="none" spc="0">
                          <a:solidFill>
                            <a:schemeClr val="bg1"/>
                          </a:solidFill>
                        </a:rPr>
                        <a:t>1 = Male, 2 = Female</a:t>
                      </a:r>
                    </a:p>
                  </a:txBody>
                  <a:tcPr marL="24630" marR="24630" marT="70206" marB="1231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extLst>
                  <a:ext uri="{0D108BD9-81ED-4DB2-BD59-A6C34878D82A}">
                    <a16:rowId xmlns:a16="http://schemas.microsoft.com/office/drawing/2014/main" val="1428179703"/>
                  </a:ext>
                </a:extLst>
              </a:tr>
              <a:tr h="340608">
                <a:tc>
                  <a:txBody>
                    <a:bodyPr/>
                    <a:lstStyle/>
                    <a:p>
                      <a:pPr algn="ctr">
                        <a:buNone/>
                      </a:pPr>
                      <a:r>
                        <a:rPr lang="en-US" sz="900" cap="none" spc="0">
                          <a:solidFill>
                            <a:schemeClr val="bg1"/>
                          </a:solidFill>
                        </a:rPr>
                        <a:t>3</a:t>
                      </a:r>
                    </a:p>
                  </a:txBody>
                  <a:tcPr marL="24630" marR="24630" marT="70206" marB="12315"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l">
                        <a:buNone/>
                      </a:pPr>
                      <a:r>
                        <a:rPr lang="en-US" sz="900" b="1" cap="none" spc="0">
                          <a:solidFill>
                            <a:schemeClr val="bg1"/>
                          </a:solidFill>
                        </a:rPr>
                        <a:t>age</a:t>
                      </a:r>
                      <a:endParaRPr lang="en-US" sz="900" cap="none" spc="0">
                        <a:solidFill>
                          <a:schemeClr val="bg1"/>
                        </a:solidFill>
                      </a:endParaRPr>
                    </a:p>
                  </a:txBody>
                  <a:tcPr marL="24630" marR="24630" marT="70206" marB="12315"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l">
                        <a:buNone/>
                      </a:pPr>
                      <a:r>
                        <a:rPr lang="en-US" sz="900" cap="none" spc="0">
                          <a:solidFill>
                            <a:schemeClr val="bg1"/>
                          </a:solidFill>
                        </a:rPr>
                        <a:t>Numerical</a:t>
                      </a:r>
                    </a:p>
                  </a:txBody>
                  <a:tcPr marL="24630" marR="24630" marT="70206" marB="12315"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l">
                        <a:buNone/>
                      </a:pPr>
                      <a:r>
                        <a:rPr lang="en-US" sz="900" cap="none" spc="0">
                          <a:solidFill>
                            <a:schemeClr val="bg1"/>
                          </a:solidFill>
                        </a:rPr>
                        <a:t>Age in years</a:t>
                      </a:r>
                    </a:p>
                  </a:txBody>
                  <a:tcPr marL="24630" marR="24630" marT="70206" marB="12315"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extLst>
                  <a:ext uri="{0D108BD9-81ED-4DB2-BD59-A6C34878D82A}">
                    <a16:rowId xmlns:a16="http://schemas.microsoft.com/office/drawing/2014/main" val="3038421440"/>
                  </a:ext>
                </a:extLst>
              </a:tr>
              <a:tr h="340608">
                <a:tc>
                  <a:txBody>
                    <a:bodyPr/>
                    <a:lstStyle/>
                    <a:p>
                      <a:pPr algn="ctr">
                        <a:buNone/>
                      </a:pPr>
                      <a:r>
                        <a:rPr lang="en-US" sz="900" cap="none" spc="0">
                          <a:solidFill>
                            <a:schemeClr val="bg1"/>
                          </a:solidFill>
                        </a:rPr>
                        <a:t>4</a:t>
                      </a:r>
                    </a:p>
                  </a:txBody>
                  <a:tcPr marL="24630" marR="24630" marT="70206" marB="1231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l">
                        <a:buNone/>
                      </a:pPr>
                      <a:r>
                        <a:rPr lang="en-US" sz="900" b="1" cap="none" spc="0">
                          <a:solidFill>
                            <a:schemeClr val="bg1"/>
                          </a:solidFill>
                        </a:rPr>
                        <a:t>family</a:t>
                      </a:r>
                      <a:endParaRPr lang="en-US" sz="900" cap="none" spc="0">
                        <a:solidFill>
                          <a:schemeClr val="bg1"/>
                        </a:solidFill>
                      </a:endParaRPr>
                    </a:p>
                  </a:txBody>
                  <a:tcPr marL="24630" marR="24630" marT="70206" marB="1231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l">
                        <a:buNone/>
                      </a:pPr>
                      <a:r>
                        <a:rPr lang="en-US" sz="900" cap="none" spc="0">
                          <a:solidFill>
                            <a:schemeClr val="bg1"/>
                          </a:solidFill>
                        </a:rPr>
                        <a:t>Categorical</a:t>
                      </a:r>
                    </a:p>
                  </a:txBody>
                  <a:tcPr marL="24630" marR="24630" marT="70206" marB="1231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l">
                        <a:buNone/>
                      </a:pPr>
                      <a:r>
                        <a:rPr lang="en-US" sz="900" cap="none" spc="0">
                          <a:solidFill>
                            <a:schemeClr val="bg1"/>
                          </a:solidFill>
                        </a:rPr>
                        <a:t>1 = Single, 2 = Not single</a:t>
                      </a:r>
                    </a:p>
                  </a:txBody>
                  <a:tcPr marL="24630" marR="24630" marT="70206" marB="1231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extLst>
                  <a:ext uri="{0D108BD9-81ED-4DB2-BD59-A6C34878D82A}">
                    <a16:rowId xmlns:a16="http://schemas.microsoft.com/office/drawing/2014/main" val="1261971173"/>
                  </a:ext>
                </a:extLst>
              </a:tr>
              <a:tr h="340608">
                <a:tc>
                  <a:txBody>
                    <a:bodyPr/>
                    <a:lstStyle/>
                    <a:p>
                      <a:pPr algn="ctr">
                        <a:buNone/>
                      </a:pPr>
                      <a:r>
                        <a:rPr lang="en-US" sz="900" cap="none" spc="0">
                          <a:solidFill>
                            <a:schemeClr val="bg1"/>
                          </a:solidFill>
                        </a:rPr>
                        <a:t>5</a:t>
                      </a:r>
                    </a:p>
                  </a:txBody>
                  <a:tcPr marL="24630" marR="24630" marT="70206" marB="12315"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l">
                        <a:buNone/>
                      </a:pPr>
                      <a:r>
                        <a:rPr lang="en-US" sz="900" b="1" cap="none" spc="0">
                          <a:solidFill>
                            <a:schemeClr val="bg1"/>
                          </a:solidFill>
                        </a:rPr>
                        <a:t>education</a:t>
                      </a:r>
                      <a:endParaRPr lang="en-US" sz="900" cap="none" spc="0">
                        <a:solidFill>
                          <a:schemeClr val="bg1"/>
                        </a:solidFill>
                      </a:endParaRPr>
                    </a:p>
                  </a:txBody>
                  <a:tcPr marL="24630" marR="24630" marT="70206" marB="12315"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l">
                        <a:buNone/>
                      </a:pPr>
                      <a:r>
                        <a:rPr lang="en-US" sz="900" cap="none" spc="0">
                          <a:solidFill>
                            <a:schemeClr val="bg1"/>
                          </a:solidFill>
                        </a:rPr>
                        <a:t>Categorical</a:t>
                      </a:r>
                    </a:p>
                  </a:txBody>
                  <a:tcPr marL="24630" marR="24630" marT="70206" marB="12315"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l">
                        <a:buNone/>
                      </a:pPr>
                      <a:r>
                        <a:rPr lang="en-US" sz="900" cap="none" spc="0">
                          <a:solidFill>
                            <a:schemeClr val="bg1"/>
                          </a:solidFill>
                        </a:rPr>
                        <a:t>1 = Primary, 2 = Secondary, 3 = Bachelor, 4 = Master</a:t>
                      </a:r>
                    </a:p>
                  </a:txBody>
                  <a:tcPr marL="24630" marR="24630" marT="70206" marB="12315"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extLst>
                  <a:ext uri="{0D108BD9-81ED-4DB2-BD59-A6C34878D82A}">
                    <a16:rowId xmlns:a16="http://schemas.microsoft.com/office/drawing/2014/main" val="4000833183"/>
                  </a:ext>
                </a:extLst>
              </a:tr>
              <a:tr h="340608">
                <a:tc>
                  <a:txBody>
                    <a:bodyPr/>
                    <a:lstStyle/>
                    <a:p>
                      <a:pPr algn="ctr">
                        <a:buNone/>
                      </a:pPr>
                      <a:r>
                        <a:rPr lang="en-US" sz="900" cap="none" spc="0">
                          <a:solidFill>
                            <a:schemeClr val="bg1"/>
                          </a:solidFill>
                        </a:rPr>
                        <a:t>6</a:t>
                      </a:r>
                    </a:p>
                  </a:txBody>
                  <a:tcPr marL="24630" marR="24630" marT="70206" marB="1231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l">
                        <a:buNone/>
                      </a:pPr>
                      <a:r>
                        <a:rPr lang="en-US" sz="900" b="1" cap="none" spc="0" err="1">
                          <a:solidFill>
                            <a:schemeClr val="bg1"/>
                          </a:solidFill>
                        </a:rPr>
                        <a:t>years_of_service</a:t>
                      </a:r>
                      <a:endParaRPr lang="en-US" sz="900" cap="none" spc="0" err="1">
                        <a:solidFill>
                          <a:schemeClr val="bg1"/>
                        </a:solidFill>
                      </a:endParaRPr>
                    </a:p>
                  </a:txBody>
                  <a:tcPr marL="24630" marR="24630" marT="70206" marB="1231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l">
                        <a:buNone/>
                      </a:pPr>
                      <a:r>
                        <a:rPr lang="en-US" sz="900" cap="none" spc="0">
                          <a:solidFill>
                            <a:schemeClr val="bg1"/>
                          </a:solidFill>
                        </a:rPr>
                        <a:t>Numerical</a:t>
                      </a:r>
                    </a:p>
                  </a:txBody>
                  <a:tcPr marL="24630" marR="24630" marT="70206" marB="1231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l">
                        <a:buNone/>
                      </a:pPr>
                      <a:r>
                        <a:rPr lang="en-US" sz="900" cap="none" spc="0">
                          <a:solidFill>
                            <a:schemeClr val="bg1"/>
                          </a:solidFill>
                        </a:rPr>
                        <a:t>Number of years working in the company</a:t>
                      </a:r>
                    </a:p>
                  </a:txBody>
                  <a:tcPr marL="24630" marR="24630" marT="70206" marB="1231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extLst>
                  <a:ext uri="{0D108BD9-81ED-4DB2-BD59-A6C34878D82A}">
                    <a16:rowId xmlns:a16="http://schemas.microsoft.com/office/drawing/2014/main" val="3567726838"/>
                  </a:ext>
                </a:extLst>
              </a:tr>
              <a:tr h="340608">
                <a:tc>
                  <a:txBody>
                    <a:bodyPr/>
                    <a:lstStyle/>
                    <a:p>
                      <a:pPr algn="ctr">
                        <a:buNone/>
                      </a:pPr>
                      <a:r>
                        <a:rPr lang="en-US" sz="900" cap="none" spc="0">
                          <a:solidFill>
                            <a:schemeClr val="bg1"/>
                          </a:solidFill>
                        </a:rPr>
                        <a:t>7</a:t>
                      </a:r>
                    </a:p>
                  </a:txBody>
                  <a:tcPr marL="24630" marR="24630" marT="70206" marB="12315"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l">
                        <a:buNone/>
                      </a:pPr>
                      <a:r>
                        <a:rPr lang="en-US" sz="900" b="1" cap="none" spc="0" err="1">
                          <a:solidFill>
                            <a:schemeClr val="bg1"/>
                          </a:solidFill>
                        </a:rPr>
                        <a:t>palkka</a:t>
                      </a:r>
                      <a:r>
                        <a:rPr lang="en-US" sz="900" b="1" cap="none" spc="0">
                          <a:solidFill>
                            <a:schemeClr val="bg1"/>
                          </a:solidFill>
                        </a:rPr>
                        <a:t> (salary)</a:t>
                      </a:r>
                      <a:endParaRPr lang="en-US" sz="900" cap="none" spc="0">
                        <a:solidFill>
                          <a:schemeClr val="bg1"/>
                        </a:solidFill>
                      </a:endParaRPr>
                    </a:p>
                  </a:txBody>
                  <a:tcPr marL="24630" marR="24630" marT="70206" marB="12315"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l">
                        <a:buNone/>
                      </a:pPr>
                      <a:r>
                        <a:rPr lang="en-US" sz="900" cap="none" spc="0">
                          <a:solidFill>
                            <a:schemeClr val="bg1"/>
                          </a:solidFill>
                        </a:rPr>
                        <a:t>Numerical</a:t>
                      </a:r>
                    </a:p>
                  </a:txBody>
                  <a:tcPr marL="24630" marR="24630" marT="70206" marB="12315"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l">
                        <a:buNone/>
                      </a:pPr>
                      <a:r>
                        <a:rPr lang="en-US" sz="900" cap="none" spc="0">
                          <a:solidFill>
                            <a:schemeClr val="bg1"/>
                          </a:solidFill>
                        </a:rPr>
                        <a:t>Monthly salary in euros (€)</a:t>
                      </a:r>
                    </a:p>
                  </a:txBody>
                  <a:tcPr marL="24630" marR="24630" marT="70206" marB="12315"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extLst>
                  <a:ext uri="{0D108BD9-81ED-4DB2-BD59-A6C34878D82A}">
                    <a16:rowId xmlns:a16="http://schemas.microsoft.com/office/drawing/2014/main" val="1900642373"/>
                  </a:ext>
                </a:extLst>
              </a:tr>
              <a:tr h="533125">
                <a:tc>
                  <a:txBody>
                    <a:bodyPr/>
                    <a:lstStyle/>
                    <a:p>
                      <a:pPr algn="ctr">
                        <a:buNone/>
                      </a:pPr>
                      <a:r>
                        <a:rPr lang="en-US" sz="900" cap="none" spc="0">
                          <a:solidFill>
                            <a:schemeClr val="bg1"/>
                          </a:solidFill>
                        </a:rPr>
                        <a:t>8</a:t>
                      </a:r>
                    </a:p>
                  </a:txBody>
                  <a:tcPr marL="24630" marR="24630" marT="70206" marB="1231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l">
                        <a:buNone/>
                      </a:pPr>
                      <a:r>
                        <a:rPr lang="en-US" sz="900" b="1" cap="none" spc="0" err="1">
                          <a:solidFill>
                            <a:schemeClr val="bg1"/>
                          </a:solidFill>
                        </a:rPr>
                        <a:t>sat_management</a:t>
                      </a:r>
                      <a:endParaRPr lang="en-US" sz="900" cap="none" spc="0" err="1">
                        <a:solidFill>
                          <a:schemeClr val="bg1"/>
                        </a:solidFill>
                      </a:endParaRPr>
                    </a:p>
                  </a:txBody>
                  <a:tcPr marL="24630" marR="24630" marT="70206" marB="1231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l">
                        <a:buNone/>
                      </a:pPr>
                      <a:r>
                        <a:rPr lang="en-US" sz="900" cap="none" spc="0">
                          <a:solidFill>
                            <a:schemeClr val="bg1"/>
                          </a:solidFill>
                        </a:rPr>
                        <a:t>Likert Scale</a:t>
                      </a:r>
                    </a:p>
                  </a:txBody>
                  <a:tcPr marL="24630" marR="24630" marT="70206" marB="1231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l">
                        <a:buNone/>
                      </a:pPr>
                      <a:r>
                        <a:rPr lang="en-US" sz="900" cap="none" spc="0">
                          <a:solidFill>
                            <a:schemeClr val="bg1"/>
                          </a:solidFill>
                        </a:rPr>
                        <a:t>Satisfaction with management (1–5; 1=Very unsatisfied, 5=Very satisfied)</a:t>
                      </a:r>
                    </a:p>
                  </a:txBody>
                  <a:tcPr marL="24630" marR="24630" marT="70206" marB="1231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extLst>
                  <a:ext uri="{0D108BD9-81ED-4DB2-BD59-A6C34878D82A}">
                    <a16:rowId xmlns:a16="http://schemas.microsoft.com/office/drawing/2014/main" val="1409364286"/>
                  </a:ext>
                </a:extLst>
              </a:tr>
              <a:tr h="340608">
                <a:tc>
                  <a:txBody>
                    <a:bodyPr/>
                    <a:lstStyle/>
                    <a:p>
                      <a:pPr algn="ctr">
                        <a:buNone/>
                      </a:pPr>
                      <a:r>
                        <a:rPr lang="en-US" sz="900" cap="none" spc="0">
                          <a:solidFill>
                            <a:schemeClr val="bg1"/>
                          </a:solidFill>
                        </a:rPr>
                        <a:t>9</a:t>
                      </a:r>
                    </a:p>
                  </a:txBody>
                  <a:tcPr marL="24630" marR="24630" marT="70206" marB="12315"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l">
                        <a:buNone/>
                      </a:pPr>
                      <a:r>
                        <a:rPr lang="en-US" sz="900" b="1" cap="none" spc="0" err="1">
                          <a:solidFill>
                            <a:schemeClr val="bg1"/>
                          </a:solidFill>
                        </a:rPr>
                        <a:t>sat_colleques</a:t>
                      </a:r>
                      <a:endParaRPr lang="en-US" sz="900" cap="none" spc="0" err="1">
                        <a:solidFill>
                          <a:schemeClr val="bg1"/>
                        </a:solidFill>
                      </a:endParaRPr>
                    </a:p>
                  </a:txBody>
                  <a:tcPr marL="24630" marR="24630" marT="70206" marB="12315"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l">
                        <a:buNone/>
                      </a:pPr>
                      <a:r>
                        <a:rPr lang="en-US" sz="900" cap="none" spc="0">
                          <a:solidFill>
                            <a:schemeClr val="bg1"/>
                          </a:solidFill>
                        </a:rPr>
                        <a:t>Likert Scale</a:t>
                      </a:r>
                    </a:p>
                  </a:txBody>
                  <a:tcPr marL="24630" marR="24630" marT="70206" marB="12315"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l">
                        <a:buNone/>
                      </a:pPr>
                      <a:r>
                        <a:rPr lang="en-US" sz="900" cap="none" spc="0">
                          <a:solidFill>
                            <a:schemeClr val="bg1"/>
                          </a:solidFill>
                        </a:rPr>
                        <a:t>Satisfaction with colleagues (1–5)</a:t>
                      </a:r>
                    </a:p>
                  </a:txBody>
                  <a:tcPr marL="24630" marR="24630" marT="70206" marB="12315"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extLst>
                  <a:ext uri="{0D108BD9-81ED-4DB2-BD59-A6C34878D82A}">
                    <a16:rowId xmlns:a16="http://schemas.microsoft.com/office/drawing/2014/main" val="4132730884"/>
                  </a:ext>
                </a:extLst>
              </a:tr>
              <a:tr h="533125">
                <a:tc>
                  <a:txBody>
                    <a:bodyPr/>
                    <a:lstStyle/>
                    <a:p>
                      <a:pPr algn="ctr">
                        <a:buNone/>
                      </a:pPr>
                      <a:r>
                        <a:rPr lang="en-US" sz="900" cap="none" spc="0">
                          <a:solidFill>
                            <a:schemeClr val="bg1"/>
                          </a:solidFill>
                        </a:rPr>
                        <a:t>10</a:t>
                      </a:r>
                    </a:p>
                  </a:txBody>
                  <a:tcPr marL="24630" marR="24630" marT="70206" marB="1231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l">
                        <a:buNone/>
                      </a:pPr>
                      <a:r>
                        <a:rPr lang="en-US" sz="900" b="1" cap="none" spc="0" err="1">
                          <a:solidFill>
                            <a:schemeClr val="bg1"/>
                          </a:solidFill>
                        </a:rPr>
                        <a:t>sat_workEnvironment</a:t>
                      </a:r>
                      <a:endParaRPr lang="en-US" sz="900" cap="none" spc="0" err="1">
                        <a:solidFill>
                          <a:schemeClr val="bg1"/>
                        </a:solidFill>
                      </a:endParaRPr>
                    </a:p>
                  </a:txBody>
                  <a:tcPr marL="24630" marR="24630" marT="70206" marB="1231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l">
                        <a:buNone/>
                      </a:pPr>
                      <a:r>
                        <a:rPr lang="en-US" sz="900" cap="none" spc="0">
                          <a:solidFill>
                            <a:schemeClr val="bg1"/>
                          </a:solidFill>
                        </a:rPr>
                        <a:t>Likert Scale</a:t>
                      </a:r>
                    </a:p>
                  </a:txBody>
                  <a:tcPr marL="24630" marR="24630" marT="70206" marB="1231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l">
                        <a:buNone/>
                      </a:pPr>
                      <a:r>
                        <a:rPr lang="en-US" sz="900" cap="none" spc="0">
                          <a:solidFill>
                            <a:schemeClr val="bg1"/>
                          </a:solidFill>
                        </a:rPr>
                        <a:t>Satisfaction with work environment (1–5)</a:t>
                      </a:r>
                    </a:p>
                  </a:txBody>
                  <a:tcPr marL="24630" marR="24630" marT="70206" marB="1231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extLst>
                  <a:ext uri="{0D108BD9-81ED-4DB2-BD59-A6C34878D82A}">
                    <a16:rowId xmlns:a16="http://schemas.microsoft.com/office/drawing/2014/main" val="1487570295"/>
                  </a:ext>
                </a:extLst>
              </a:tr>
              <a:tr h="340608">
                <a:tc>
                  <a:txBody>
                    <a:bodyPr/>
                    <a:lstStyle/>
                    <a:p>
                      <a:pPr algn="ctr">
                        <a:buNone/>
                      </a:pPr>
                      <a:r>
                        <a:rPr lang="en-US" sz="900" cap="none" spc="0">
                          <a:solidFill>
                            <a:schemeClr val="bg1"/>
                          </a:solidFill>
                        </a:rPr>
                        <a:t>11</a:t>
                      </a:r>
                    </a:p>
                  </a:txBody>
                  <a:tcPr marL="24630" marR="24630" marT="70206" marB="12315"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l">
                        <a:buNone/>
                      </a:pPr>
                      <a:r>
                        <a:rPr lang="en-US" sz="900" b="1" cap="none" spc="0" err="1">
                          <a:solidFill>
                            <a:schemeClr val="bg1"/>
                          </a:solidFill>
                        </a:rPr>
                        <a:t>sat_salary</a:t>
                      </a:r>
                      <a:endParaRPr lang="en-US" sz="900" cap="none" spc="0" err="1">
                        <a:solidFill>
                          <a:schemeClr val="bg1"/>
                        </a:solidFill>
                      </a:endParaRPr>
                    </a:p>
                  </a:txBody>
                  <a:tcPr marL="24630" marR="24630" marT="70206" marB="12315"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l">
                        <a:buNone/>
                      </a:pPr>
                      <a:r>
                        <a:rPr lang="en-US" sz="900" cap="none" spc="0">
                          <a:solidFill>
                            <a:schemeClr val="bg1"/>
                          </a:solidFill>
                        </a:rPr>
                        <a:t>Likert Scale</a:t>
                      </a:r>
                    </a:p>
                  </a:txBody>
                  <a:tcPr marL="24630" marR="24630" marT="70206" marB="12315"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l">
                        <a:buNone/>
                      </a:pPr>
                      <a:r>
                        <a:rPr lang="en-US" sz="900" cap="none" spc="0">
                          <a:solidFill>
                            <a:schemeClr val="bg1"/>
                          </a:solidFill>
                        </a:rPr>
                        <a:t>Satisfaction with salary (1–5)</a:t>
                      </a:r>
                    </a:p>
                  </a:txBody>
                  <a:tcPr marL="24630" marR="24630" marT="70206" marB="12315"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extLst>
                  <a:ext uri="{0D108BD9-81ED-4DB2-BD59-A6C34878D82A}">
                    <a16:rowId xmlns:a16="http://schemas.microsoft.com/office/drawing/2014/main" val="1301448056"/>
                  </a:ext>
                </a:extLst>
              </a:tr>
              <a:tr h="340608">
                <a:tc>
                  <a:txBody>
                    <a:bodyPr/>
                    <a:lstStyle/>
                    <a:p>
                      <a:pPr algn="ctr">
                        <a:buNone/>
                      </a:pPr>
                      <a:r>
                        <a:rPr lang="en-US" sz="900" cap="none" spc="0">
                          <a:solidFill>
                            <a:schemeClr val="bg1"/>
                          </a:solidFill>
                        </a:rPr>
                        <a:t>12</a:t>
                      </a:r>
                    </a:p>
                  </a:txBody>
                  <a:tcPr marL="24630" marR="24630" marT="70206" marB="1231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l">
                        <a:buNone/>
                      </a:pPr>
                      <a:r>
                        <a:rPr lang="en-US" sz="900" b="1" cap="none" spc="0" err="1">
                          <a:solidFill>
                            <a:schemeClr val="bg1"/>
                          </a:solidFill>
                        </a:rPr>
                        <a:t>sat_tasks</a:t>
                      </a:r>
                      <a:endParaRPr lang="en-US" sz="900" cap="none" spc="0" err="1">
                        <a:solidFill>
                          <a:schemeClr val="bg1"/>
                        </a:solidFill>
                      </a:endParaRPr>
                    </a:p>
                  </a:txBody>
                  <a:tcPr marL="24630" marR="24630" marT="70206" marB="1231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l">
                        <a:buNone/>
                      </a:pPr>
                      <a:r>
                        <a:rPr lang="en-US" sz="900" cap="none" spc="0">
                          <a:solidFill>
                            <a:schemeClr val="bg1"/>
                          </a:solidFill>
                        </a:rPr>
                        <a:t>Likert Scale</a:t>
                      </a:r>
                    </a:p>
                  </a:txBody>
                  <a:tcPr marL="24630" marR="24630" marT="70206" marB="1231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l">
                        <a:buNone/>
                      </a:pPr>
                      <a:r>
                        <a:rPr lang="en-US" sz="900" cap="none" spc="0">
                          <a:solidFill>
                            <a:schemeClr val="bg1"/>
                          </a:solidFill>
                        </a:rPr>
                        <a:t>Satisfaction with job tasks (1–5)</a:t>
                      </a:r>
                    </a:p>
                  </a:txBody>
                  <a:tcPr marL="24630" marR="24630" marT="70206" marB="1231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extLst>
                  <a:ext uri="{0D108BD9-81ED-4DB2-BD59-A6C34878D82A}">
                    <a16:rowId xmlns:a16="http://schemas.microsoft.com/office/drawing/2014/main" val="546719037"/>
                  </a:ext>
                </a:extLst>
              </a:tr>
              <a:tr h="340608">
                <a:tc>
                  <a:txBody>
                    <a:bodyPr/>
                    <a:lstStyle/>
                    <a:p>
                      <a:pPr algn="ctr">
                        <a:buNone/>
                      </a:pPr>
                      <a:r>
                        <a:rPr lang="en-US" sz="900" cap="none" spc="0">
                          <a:solidFill>
                            <a:schemeClr val="bg1"/>
                          </a:solidFill>
                        </a:rPr>
                        <a:t>13</a:t>
                      </a:r>
                    </a:p>
                  </a:txBody>
                  <a:tcPr marL="24630" marR="24630" marT="70206" marB="12315"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l">
                        <a:buNone/>
                      </a:pPr>
                      <a:r>
                        <a:rPr lang="en-US" sz="900" b="1" cap="none" spc="0" err="1">
                          <a:solidFill>
                            <a:schemeClr val="bg1"/>
                          </a:solidFill>
                        </a:rPr>
                        <a:t>healtCare</a:t>
                      </a:r>
                      <a:endParaRPr lang="en-US" sz="900" cap="none" spc="0" err="1">
                        <a:solidFill>
                          <a:schemeClr val="bg1"/>
                        </a:solidFill>
                      </a:endParaRPr>
                    </a:p>
                  </a:txBody>
                  <a:tcPr marL="24630" marR="24630" marT="70206" marB="12315"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l">
                        <a:buNone/>
                      </a:pPr>
                      <a:r>
                        <a:rPr lang="en-US" sz="900" cap="none" spc="0">
                          <a:solidFill>
                            <a:schemeClr val="bg1"/>
                          </a:solidFill>
                        </a:rPr>
                        <a:t>Categorical</a:t>
                      </a:r>
                    </a:p>
                  </a:txBody>
                  <a:tcPr marL="24630" marR="24630" marT="70206" marB="12315"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l">
                        <a:buNone/>
                      </a:pPr>
                      <a:r>
                        <a:rPr lang="en-US" sz="900" cap="none" spc="0">
                          <a:solidFill>
                            <a:schemeClr val="bg1"/>
                          </a:solidFill>
                        </a:rPr>
                        <a:t>1 = Used company healthcare</a:t>
                      </a:r>
                    </a:p>
                  </a:txBody>
                  <a:tcPr marL="24630" marR="24630" marT="70206" marB="12315"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extLst>
                  <a:ext uri="{0D108BD9-81ED-4DB2-BD59-A6C34878D82A}">
                    <a16:rowId xmlns:a16="http://schemas.microsoft.com/office/drawing/2014/main" val="2079186251"/>
                  </a:ext>
                </a:extLst>
              </a:tr>
              <a:tr h="340608">
                <a:tc>
                  <a:txBody>
                    <a:bodyPr/>
                    <a:lstStyle/>
                    <a:p>
                      <a:pPr algn="ctr">
                        <a:buNone/>
                      </a:pPr>
                      <a:r>
                        <a:rPr lang="en-US" sz="900" cap="none" spc="0">
                          <a:solidFill>
                            <a:schemeClr val="bg1"/>
                          </a:solidFill>
                        </a:rPr>
                        <a:t>14</a:t>
                      </a:r>
                    </a:p>
                  </a:txBody>
                  <a:tcPr marL="24630" marR="24630" marT="70206" marB="1231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l">
                        <a:buNone/>
                      </a:pPr>
                      <a:r>
                        <a:rPr lang="en-US" sz="900" b="1" cap="none" spc="0" err="1">
                          <a:solidFill>
                            <a:schemeClr val="bg1"/>
                          </a:solidFill>
                        </a:rPr>
                        <a:t>holidayCabin</a:t>
                      </a:r>
                      <a:endParaRPr lang="en-US" sz="900" cap="none" spc="0" err="1">
                        <a:solidFill>
                          <a:schemeClr val="bg1"/>
                        </a:solidFill>
                      </a:endParaRPr>
                    </a:p>
                  </a:txBody>
                  <a:tcPr marL="24630" marR="24630" marT="70206" marB="1231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l">
                        <a:buNone/>
                      </a:pPr>
                      <a:r>
                        <a:rPr lang="en-US" sz="900" cap="none" spc="0">
                          <a:solidFill>
                            <a:schemeClr val="bg1"/>
                          </a:solidFill>
                        </a:rPr>
                        <a:t>Categorical</a:t>
                      </a:r>
                    </a:p>
                  </a:txBody>
                  <a:tcPr marL="24630" marR="24630" marT="70206" marB="1231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l">
                        <a:buNone/>
                      </a:pPr>
                      <a:r>
                        <a:rPr lang="en-US" sz="900" cap="none" spc="0">
                          <a:solidFill>
                            <a:schemeClr val="bg1"/>
                          </a:solidFill>
                        </a:rPr>
                        <a:t>1 = Used company holiday cottage</a:t>
                      </a:r>
                    </a:p>
                  </a:txBody>
                  <a:tcPr marL="24630" marR="24630" marT="70206" marB="1231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extLst>
                  <a:ext uri="{0D108BD9-81ED-4DB2-BD59-A6C34878D82A}">
                    <a16:rowId xmlns:a16="http://schemas.microsoft.com/office/drawing/2014/main" val="3451793955"/>
                  </a:ext>
                </a:extLst>
              </a:tr>
              <a:tr h="340608">
                <a:tc>
                  <a:txBody>
                    <a:bodyPr/>
                    <a:lstStyle/>
                    <a:p>
                      <a:pPr algn="ctr">
                        <a:buNone/>
                      </a:pPr>
                      <a:r>
                        <a:rPr lang="en-US" sz="900" cap="none" spc="0">
                          <a:solidFill>
                            <a:schemeClr val="bg1"/>
                          </a:solidFill>
                        </a:rPr>
                        <a:t>15</a:t>
                      </a:r>
                    </a:p>
                  </a:txBody>
                  <a:tcPr marL="24630" marR="24630" marT="70206" marB="12315"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l">
                        <a:buNone/>
                      </a:pPr>
                      <a:r>
                        <a:rPr lang="en-US" sz="900" b="1" cap="none" spc="0">
                          <a:solidFill>
                            <a:schemeClr val="bg1"/>
                          </a:solidFill>
                        </a:rPr>
                        <a:t>gym</a:t>
                      </a:r>
                      <a:endParaRPr lang="en-US" sz="900" cap="none" spc="0">
                        <a:solidFill>
                          <a:schemeClr val="bg1"/>
                        </a:solidFill>
                      </a:endParaRPr>
                    </a:p>
                  </a:txBody>
                  <a:tcPr marL="24630" marR="24630" marT="70206" marB="12315"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l">
                        <a:buNone/>
                      </a:pPr>
                      <a:r>
                        <a:rPr lang="en-US" sz="900" cap="none" spc="0">
                          <a:solidFill>
                            <a:schemeClr val="bg1"/>
                          </a:solidFill>
                        </a:rPr>
                        <a:t>Categorical</a:t>
                      </a:r>
                    </a:p>
                  </a:txBody>
                  <a:tcPr marL="24630" marR="24630" marT="70206" marB="12315"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l">
                        <a:buNone/>
                      </a:pPr>
                      <a:r>
                        <a:rPr lang="en-US" sz="900" cap="none" spc="0">
                          <a:solidFill>
                            <a:schemeClr val="bg1"/>
                          </a:solidFill>
                        </a:rPr>
                        <a:t>1 = Used company gym</a:t>
                      </a:r>
                    </a:p>
                  </a:txBody>
                  <a:tcPr marL="24630" marR="24630" marT="70206" marB="12315"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extLst>
                  <a:ext uri="{0D108BD9-81ED-4DB2-BD59-A6C34878D82A}">
                    <a16:rowId xmlns:a16="http://schemas.microsoft.com/office/drawing/2014/main" val="2471852938"/>
                  </a:ext>
                </a:extLst>
              </a:tr>
              <a:tr h="340608">
                <a:tc>
                  <a:txBody>
                    <a:bodyPr/>
                    <a:lstStyle/>
                    <a:p>
                      <a:pPr algn="ctr">
                        <a:buNone/>
                      </a:pPr>
                      <a:r>
                        <a:rPr lang="en-US" sz="900" cap="none" spc="0">
                          <a:solidFill>
                            <a:schemeClr val="bg1"/>
                          </a:solidFill>
                        </a:rPr>
                        <a:t>16</a:t>
                      </a:r>
                    </a:p>
                  </a:txBody>
                  <a:tcPr marL="24630" marR="24630" marT="70206" marB="1231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l">
                        <a:buNone/>
                      </a:pPr>
                      <a:r>
                        <a:rPr lang="en-US" sz="900" b="1" cap="none" spc="0" err="1">
                          <a:solidFill>
                            <a:schemeClr val="bg1"/>
                          </a:solidFill>
                        </a:rPr>
                        <a:t>muscleCare</a:t>
                      </a:r>
                      <a:endParaRPr lang="en-US" sz="900" cap="none" spc="0" err="1">
                        <a:solidFill>
                          <a:schemeClr val="bg1"/>
                        </a:solidFill>
                      </a:endParaRPr>
                    </a:p>
                  </a:txBody>
                  <a:tcPr marL="24630" marR="24630" marT="70206" marB="1231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l">
                        <a:buNone/>
                      </a:pPr>
                      <a:r>
                        <a:rPr lang="en-US" sz="900" cap="none" spc="0">
                          <a:solidFill>
                            <a:schemeClr val="bg1"/>
                          </a:solidFill>
                        </a:rPr>
                        <a:t>Categorical</a:t>
                      </a:r>
                    </a:p>
                  </a:txBody>
                  <a:tcPr marL="24630" marR="24630" marT="70206" marB="1231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l">
                        <a:buNone/>
                      </a:pPr>
                      <a:r>
                        <a:rPr lang="en-US" sz="900" cap="none" spc="0">
                          <a:solidFill>
                            <a:schemeClr val="bg1"/>
                          </a:solidFill>
                        </a:rPr>
                        <a:t>1 = Used massage service (company pays half)</a:t>
                      </a:r>
                    </a:p>
                  </a:txBody>
                  <a:tcPr marL="24630" marR="24630" marT="70206" marB="1231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extLst>
                  <a:ext uri="{0D108BD9-81ED-4DB2-BD59-A6C34878D82A}">
                    <a16:rowId xmlns:a16="http://schemas.microsoft.com/office/drawing/2014/main" val="2536293925"/>
                  </a:ext>
                </a:extLst>
              </a:tr>
            </a:tbl>
          </a:graphicData>
        </a:graphic>
      </p:graphicFrame>
    </p:spTree>
    <p:extLst>
      <p:ext uri="{BB962C8B-B14F-4D97-AF65-F5344CB8AC3E}">
        <p14:creationId xmlns:p14="http://schemas.microsoft.com/office/powerpoint/2010/main" val="36742428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51D98CAC-3EFF-4342-BD5A-6C0E8CAB4C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40068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tsikko 1">
            <a:extLst>
              <a:ext uri="{FF2B5EF4-FFF2-40B4-BE49-F238E27FC236}">
                <a16:creationId xmlns:a16="http://schemas.microsoft.com/office/drawing/2014/main" id="{08580691-9352-393C-9E5A-9A15167959F7}"/>
              </a:ext>
            </a:extLst>
          </p:cNvPr>
          <p:cNvSpPr>
            <a:spLocks noGrp="1"/>
          </p:cNvSpPr>
          <p:nvPr>
            <p:ph type="title"/>
          </p:nvPr>
        </p:nvSpPr>
        <p:spPr>
          <a:xfrm>
            <a:off x="838200" y="914402"/>
            <a:ext cx="10515600" cy="2659957"/>
          </a:xfrm>
        </p:spPr>
        <p:txBody>
          <a:bodyPr vert="horz" lIns="91440" tIns="45720" rIns="91440" bIns="45720" rtlCol="0" anchor="b">
            <a:normAutofit/>
          </a:bodyPr>
          <a:lstStyle/>
          <a:p>
            <a:pPr algn="ctr"/>
            <a:r>
              <a:rPr lang="en-US" sz="8000" kern="1200">
                <a:solidFill>
                  <a:srgbClr val="FFFFFF"/>
                </a:solidFill>
                <a:latin typeface="+mj-lt"/>
                <a:ea typeface="+mj-ea"/>
                <a:cs typeface="+mj-cs"/>
              </a:rPr>
              <a:t>Background analysis (variable by variable)</a:t>
            </a:r>
          </a:p>
        </p:txBody>
      </p:sp>
    </p:spTree>
    <p:extLst>
      <p:ext uri="{BB962C8B-B14F-4D97-AF65-F5344CB8AC3E}">
        <p14:creationId xmlns:p14="http://schemas.microsoft.com/office/powerpoint/2010/main" val="284131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6" name="Group 45">
            <a:extLst>
              <a:ext uri="{FF2B5EF4-FFF2-40B4-BE49-F238E27FC236}">
                <a16:creationId xmlns:a16="http://schemas.microsoft.com/office/drawing/2014/main" id="{FA366754-A2F4-475B-8217-AB06F5F15F3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47" name="Rectangle 46">
              <a:extLst>
                <a:ext uri="{FF2B5EF4-FFF2-40B4-BE49-F238E27FC236}">
                  <a16:creationId xmlns:a16="http://schemas.microsoft.com/office/drawing/2014/main" id="{322BF2F0-5264-48F8-8780-73D64DE848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Isosceles Triangle 47">
              <a:extLst>
                <a:ext uri="{FF2B5EF4-FFF2-40B4-BE49-F238E27FC236}">
                  <a16:creationId xmlns:a16="http://schemas.microsoft.com/office/drawing/2014/main" id="{7DC5FF32-A8FD-4F1B-B8D3-3D226716C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Otsikko 1">
            <a:extLst>
              <a:ext uri="{FF2B5EF4-FFF2-40B4-BE49-F238E27FC236}">
                <a16:creationId xmlns:a16="http://schemas.microsoft.com/office/drawing/2014/main" id="{84419DF0-6A13-C14C-ED54-71AFE5883831}"/>
              </a:ext>
            </a:extLst>
          </p:cNvPr>
          <p:cNvSpPr>
            <a:spLocks noGrp="1"/>
          </p:cNvSpPr>
          <p:nvPr>
            <p:ph type="title"/>
          </p:nvPr>
        </p:nvSpPr>
        <p:spPr>
          <a:xfrm>
            <a:off x="643467" y="321734"/>
            <a:ext cx="10905066" cy="1135737"/>
          </a:xfrm>
        </p:spPr>
        <p:txBody>
          <a:bodyPr>
            <a:normAutofit/>
          </a:bodyPr>
          <a:lstStyle/>
          <a:p>
            <a:r>
              <a:rPr lang="en-US" sz="3600"/>
              <a:t>Background analysis (Education variable)</a:t>
            </a:r>
            <a:endParaRPr lang="en-FI" sz="3600"/>
          </a:p>
        </p:txBody>
      </p:sp>
      <p:sp>
        <p:nvSpPr>
          <p:cNvPr id="3" name="Sisällön paikkamerkki 2">
            <a:extLst>
              <a:ext uri="{FF2B5EF4-FFF2-40B4-BE49-F238E27FC236}">
                <a16:creationId xmlns:a16="http://schemas.microsoft.com/office/drawing/2014/main" id="{BA707EBC-232B-C0D4-5DB3-1158298377DA}"/>
              </a:ext>
            </a:extLst>
          </p:cNvPr>
          <p:cNvSpPr>
            <a:spLocks noGrp="1"/>
          </p:cNvSpPr>
          <p:nvPr>
            <p:ph idx="1"/>
          </p:nvPr>
        </p:nvSpPr>
        <p:spPr>
          <a:xfrm>
            <a:off x="507769" y="1334132"/>
            <a:ext cx="3826251" cy="4446173"/>
          </a:xfrm>
        </p:spPr>
        <p:txBody>
          <a:bodyPr vert="horz" lIns="91440" tIns="45720" rIns="91440" bIns="45720" rtlCol="0" anchor="t">
            <a:normAutofit/>
          </a:bodyPr>
          <a:lstStyle/>
          <a:p>
            <a:r>
              <a:rPr lang="en-US" sz="2000">
                <a:ea typeface="+mn-lt"/>
                <a:cs typeface="+mn-lt"/>
              </a:rPr>
              <a:t>1 = Primary, 2 = Secondary, 3 = Bachelor, 4 = Master</a:t>
            </a:r>
            <a:endParaRPr lang="en-US" sz="2000">
              <a:ea typeface="Calibri" panose="020F0502020204030204"/>
              <a:cs typeface="Calibri" panose="020F0502020204030204"/>
            </a:endParaRPr>
          </a:p>
          <a:p>
            <a:pPr marL="0" indent="0">
              <a:buNone/>
            </a:pPr>
            <a:br>
              <a:rPr lang="en-US" sz="2000">
                <a:ea typeface="+mn-lt"/>
                <a:cs typeface="+mn-lt"/>
              </a:rPr>
            </a:br>
            <a:r>
              <a:rPr lang="en-US" sz="2000">
                <a:ea typeface="+mn-lt"/>
                <a:cs typeface="+mn-lt"/>
              </a:rPr>
              <a:t> 1. We wanted to know How many people belong to each education category.</a:t>
            </a:r>
          </a:p>
          <a:p>
            <a:pPr marL="0" indent="0">
              <a:buNone/>
            </a:pPr>
            <a:r>
              <a:rPr lang="en-US" sz="2000">
                <a:ea typeface="+mn-lt"/>
                <a:cs typeface="+mn-lt"/>
              </a:rPr>
              <a:t>2. Our analysis: Most respondents hold a </a:t>
            </a:r>
            <a:r>
              <a:rPr lang="en-US" sz="2000" b="1">
                <a:ea typeface="+mn-lt"/>
                <a:cs typeface="+mn-lt"/>
              </a:rPr>
              <a:t>secondary or primary school education</a:t>
            </a:r>
            <a:r>
              <a:rPr lang="en-US" sz="2000">
                <a:ea typeface="+mn-lt"/>
                <a:cs typeface="+mn-lt"/>
              </a:rPr>
              <a:t>.</a:t>
            </a:r>
            <a:br>
              <a:rPr lang="en-US" sz="2000">
                <a:ea typeface="+mn-lt"/>
                <a:cs typeface="+mn-lt"/>
              </a:rPr>
            </a:br>
            <a:r>
              <a:rPr lang="en-US" sz="2000">
                <a:ea typeface="+mn-lt"/>
                <a:cs typeface="+mn-lt"/>
              </a:rPr>
              <a:t> </a:t>
            </a:r>
            <a:endParaRPr lang="en-US" sz="2000">
              <a:ea typeface="Calibri"/>
              <a:cs typeface="Calibri"/>
            </a:endParaRPr>
          </a:p>
        </p:txBody>
      </p:sp>
      <p:grpSp>
        <p:nvGrpSpPr>
          <p:cNvPr id="50" name="Group 49">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51" name="Isosceles Triangle 50">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Kuva 4" descr="A screenshot of a cell phone&#10;&#10;AI-generated content may be incorrect.">
            <a:extLst>
              <a:ext uri="{FF2B5EF4-FFF2-40B4-BE49-F238E27FC236}">
                <a16:creationId xmlns:a16="http://schemas.microsoft.com/office/drawing/2014/main" id="{F28365C5-1199-BFC1-84EA-D4B953FA55C3}"/>
              </a:ext>
            </a:extLst>
          </p:cNvPr>
          <p:cNvPicPr>
            <a:picLocks noChangeAspect="1"/>
          </p:cNvPicPr>
          <p:nvPr/>
        </p:nvPicPr>
        <p:blipFill>
          <a:blip r:embed="rId2"/>
          <a:srcRect l="1097" t="17830" r="-1098" b="-17831"/>
          <a:stretch>
            <a:fillRect/>
          </a:stretch>
        </p:blipFill>
        <p:spPr>
          <a:xfrm>
            <a:off x="508405" y="4708149"/>
            <a:ext cx="3863893" cy="2153244"/>
          </a:xfrm>
          <a:prstGeom prst="rect">
            <a:avLst/>
          </a:prstGeom>
        </p:spPr>
      </p:pic>
      <p:pic>
        <p:nvPicPr>
          <p:cNvPr id="4" name="Picture 3">
            <a:extLst>
              <a:ext uri="{FF2B5EF4-FFF2-40B4-BE49-F238E27FC236}">
                <a16:creationId xmlns:a16="http://schemas.microsoft.com/office/drawing/2014/main" id="{5BF0CDC7-D5CA-A336-CA5F-48A691DAEC27}"/>
              </a:ext>
            </a:extLst>
          </p:cNvPr>
          <p:cNvPicPr>
            <a:picLocks noChangeAspect="1"/>
          </p:cNvPicPr>
          <p:nvPr/>
        </p:nvPicPr>
        <p:blipFill>
          <a:blip r:embed="rId3"/>
          <a:stretch>
            <a:fillRect/>
          </a:stretch>
        </p:blipFill>
        <p:spPr>
          <a:xfrm>
            <a:off x="4465204" y="1934358"/>
            <a:ext cx="7572636" cy="4774241"/>
          </a:xfrm>
          <a:prstGeom prst="rect">
            <a:avLst/>
          </a:prstGeom>
        </p:spPr>
      </p:pic>
    </p:spTree>
    <p:extLst>
      <p:ext uri="{BB962C8B-B14F-4D97-AF65-F5344CB8AC3E}">
        <p14:creationId xmlns:p14="http://schemas.microsoft.com/office/powerpoint/2010/main" val="12078904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84419DF0-6A13-C14C-ED54-71AFE5883831}"/>
              </a:ext>
            </a:extLst>
          </p:cNvPr>
          <p:cNvSpPr>
            <a:spLocks noGrp="1"/>
          </p:cNvSpPr>
          <p:nvPr>
            <p:ph type="title"/>
          </p:nvPr>
        </p:nvSpPr>
        <p:spPr>
          <a:xfrm>
            <a:off x="643467" y="321734"/>
            <a:ext cx="10905066" cy="1135737"/>
          </a:xfrm>
        </p:spPr>
        <p:txBody>
          <a:bodyPr>
            <a:normAutofit/>
          </a:bodyPr>
          <a:lstStyle/>
          <a:p>
            <a:r>
              <a:rPr lang="en-US" sz="3600"/>
              <a:t>Background analysis (Salary variable)</a:t>
            </a:r>
            <a:endParaRPr lang="en-FI" sz="3600"/>
          </a:p>
        </p:txBody>
      </p:sp>
      <p:grpSp>
        <p:nvGrpSpPr>
          <p:cNvPr id="12" name="Group 11">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13" name="Isosceles Triangle 12">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17" name="Rectangle 16">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sosceles Triangle 17">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Picture 5" descr="A screenshot of a graph&#10;&#10;AI-generated content may be incorrect.">
            <a:extLst>
              <a:ext uri="{FF2B5EF4-FFF2-40B4-BE49-F238E27FC236}">
                <a16:creationId xmlns:a16="http://schemas.microsoft.com/office/drawing/2014/main" id="{B04B6C36-6041-DA35-39F2-9FDC4A7D6E45}"/>
              </a:ext>
            </a:extLst>
          </p:cNvPr>
          <p:cNvPicPr>
            <a:picLocks noChangeAspect="1"/>
          </p:cNvPicPr>
          <p:nvPr/>
        </p:nvPicPr>
        <p:blipFill>
          <a:blip r:embed="rId2"/>
          <a:stretch>
            <a:fillRect/>
          </a:stretch>
        </p:blipFill>
        <p:spPr>
          <a:xfrm>
            <a:off x="7173445" y="1711139"/>
            <a:ext cx="4038040" cy="4099672"/>
          </a:xfrm>
          <a:prstGeom prst="rect">
            <a:avLst/>
          </a:prstGeom>
        </p:spPr>
      </p:pic>
      <p:sp>
        <p:nvSpPr>
          <p:cNvPr id="8" name="Content Placeholder 7">
            <a:extLst>
              <a:ext uri="{FF2B5EF4-FFF2-40B4-BE49-F238E27FC236}">
                <a16:creationId xmlns:a16="http://schemas.microsoft.com/office/drawing/2014/main" id="{BDA76A01-4B00-F954-BEA7-D1242335F3A3}"/>
              </a:ext>
            </a:extLst>
          </p:cNvPr>
          <p:cNvSpPr>
            <a:spLocks noGrp="1"/>
          </p:cNvSpPr>
          <p:nvPr>
            <p:ph idx="1"/>
          </p:nvPr>
        </p:nvSpPr>
        <p:spPr>
          <a:xfrm>
            <a:off x="356348" y="1265331"/>
            <a:ext cx="6660776" cy="1045603"/>
          </a:xfrm>
        </p:spPr>
        <p:txBody>
          <a:bodyPr vert="horz" lIns="91440" tIns="45720" rIns="91440" bIns="45720" rtlCol="0" anchor="t">
            <a:noAutofit/>
          </a:bodyPr>
          <a:lstStyle/>
          <a:p>
            <a:r>
              <a:rPr lang="en-US" sz="1600">
                <a:ea typeface="Calibri"/>
                <a:cs typeface="Calibri"/>
              </a:rPr>
              <a:t>This variable represents continuous numerical data of salaries suitable for binning and distribution analysis.</a:t>
            </a:r>
          </a:p>
          <a:p>
            <a:r>
              <a:rPr lang="en-US" sz="1600">
                <a:ea typeface="Calibri"/>
                <a:cs typeface="Calibri"/>
              </a:rPr>
              <a:t>We can see that maximum number of salary of 28 peoples are 34.1%.</a:t>
            </a:r>
          </a:p>
          <a:p>
            <a:endParaRPr lang="en-US">
              <a:ea typeface="Calibri"/>
              <a:cs typeface="Calibri"/>
            </a:endParaRPr>
          </a:p>
          <a:p>
            <a:endParaRPr lang="en-US">
              <a:ea typeface="Calibri"/>
              <a:cs typeface="Calibri"/>
            </a:endParaRPr>
          </a:p>
        </p:txBody>
      </p:sp>
      <p:pic>
        <p:nvPicPr>
          <p:cNvPr id="7" name="Picture 6" descr="A graph of a salary distribution&#10;&#10;AI-generated content may be incorrect.">
            <a:extLst>
              <a:ext uri="{FF2B5EF4-FFF2-40B4-BE49-F238E27FC236}">
                <a16:creationId xmlns:a16="http://schemas.microsoft.com/office/drawing/2014/main" id="{9FAD48DA-5D2E-98FF-FDF0-FE30A37DFE6F}"/>
              </a:ext>
            </a:extLst>
          </p:cNvPr>
          <p:cNvPicPr>
            <a:picLocks noChangeAspect="1"/>
          </p:cNvPicPr>
          <p:nvPr/>
        </p:nvPicPr>
        <p:blipFill>
          <a:blip r:embed="rId3"/>
          <a:stretch>
            <a:fillRect/>
          </a:stretch>
        </p:blipFill>
        <p:spPr>
          <a:xfrm>
            <a:off x="1013075" y="2323857"/>
            <a:ext cx="5569886" cy="4298577"/>
          </a:xfrm>
          <a:prstGeom prst="rect">
            <a:avLst/>
          </a:prstGeom>
        </p:spPr>
      </p:pic>
    </p:spTree>
    <p:extLst>
      <p:ext uri="{BB962C8B-B14F-4D97-AF65-F5344CB8AC3E}">
        <p14:creationId xmlns:p14="http://schemas.microsoft.com/office/powerpoint/2010/main" val="2702755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9">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tsikko 1">
            <a:extLst>
              <a:ext uri="{FF2B5EF4-FFF2-40B4-BE49-F238E27FC236}">
                <a16:creationId xmlns:a16="http://schemas.microsoft.com/office/drawing/2014/main" id="{174163E8-6D20-AA13-30EF-99C9F366307F}"/>
              </a:ext>
            </a:extLst>
          </p:cNvPr>
          <p:cNvSpPr>
            <a:spLocks noGrp="1"/>
          </p:cNvSpPr>
          <p:nvPr>
            <p:ph type="title"/>
          </p:nvPr>
        </p:nvSpPr>
        <p:spPr>
          <a:xfrm>
            <a:off x="643467" y="321734"/>
            <a:ext cx="4970877" cy="1135737"/>
          </a:xfrm>
        </p:spPr>
        <p:txBody>
          <a:bodyPr>
            <a:normAutofit/>
          </a:bodyPr>
          <a:lstStyle/>
          <a:p>
            <a:r>
              <a:rPr lang="en-US" sz="3600"/>
              <a:t>Background analysis (Salary variable) extended</a:t>
            </a:r>
            <a:endParaRPr lang="en-FI" sz="3600"/>
          </a:p>
        </p:txBody>
      </p:sp>
      <p:sp>
        <p:nvSpPr>
          <p:cNvPr id="3" name="Sisällön paikkamerkki 2">
            <a:extLst>
              <a:ext uri="{FF2B5EF4-FFF2-40B4-BE49-F238E27FC236}">
                <a16:creationId xmlns:a16="http://schemas.microsoft.com/office/drawing/2014/main" id="{8635E02C-DB4E-6BFB-1291-18A30A3DCF05}"/>
              </a:ext>
            </a:extLst>
          </p:cNvPr>
          <p:cNvSpPr>
            <a:spLocks noGrp="1"/>
          </p:cNvSpPr>
          <p:nvPr>
            <p:ph idx="1"/>
          </p:nvPr>
        </p:nvSpPr>
        <p:spPr>
          <a:xfrm>
            <a:off x="800350" y="1771775"/>
            <a:ext cx="4970877" cy="4393982"/>
          </a:xfrm>
        </p:spPr>
        <p:txBody>
          <a:bodyPr vert="horz" lIns="91440" tIns="45720" rIns="91440" bIns="45720" rtlCol="0" anchor="t">
            <a:normAutofit lnSpcReduction="10000"/>
          </a:bodyPr>
          <a:lstStyle/>
          <a:p>
            <a:r>
              <a:rPr lang="en-US" sz="2000"/>
              <a:t>Since boxplot does not describe the employee salary fully in the histogram of that variable so we have created bins/ranges to categorize the salary data.</a:t>
            </a:r>
            <a:endParaRPr lang="en-US" sz="2000">
              <a:ea typeface="Calibri"/>
              <a:cs typeface="Calibri"/>
            </a:endParaRPr>
          </a:p>
          <a:p>
            <a:r>
              <a:rPr lang="en-US" sz="2000"/>
              <a:t>The salary_class bins are defined like:</a:t>
            </a:r>
            <a:endParaRPr lang="en-US" sz="2000">
              <a:ea typeface="Calibri"/>
              <a:cs typeface="Calibri"/>
            </a:endParaRPr>
          </a:p>
          <a:p>
            <a:r>
              <a:rPr lang="en-US" sz="2000"/>
              <a:t> 1500-2000</a:t>
            </a:r>
            <a:endParaRPr lang="en-US" sz="2000">
              <a:ea typeface="Calibri"/>
              <a:cs typeface="Calibri"/>
            </a:endParaRPr>
          </a:p>
          <a:p>
            <a:r>
              <a:rPr lang="en-US" sz="2000"/>
              <a:t>2000 – 2500</a:t>
            </a:r>
            <a:endParaRPr lang="en-US" sz="2000">
              <a:ea typeface="Calibri"/>
              <a:cs typeface="Calibri"/>
            </a:endParaRPr>
          </a:p>
          <a:p>
            <a:r>
              <a:rPr lang="en-US" sz="2000"/>
              <a:t>2500 – 3000</a:t>
            </a:r>
            <a:endParaRPr lang="en-US" sz="2000">
              <a:ea typeface="Calibri"/>
              <a:cs typeface="Calibri"/>
            </a:endParaRPr>
          </a:p>
          <a:p>
            <a:r>
              <a:rPr lang="en-US" sz="2000"/>
              <a:t>3000 – 4000</a:t>
            </a:r>
            <a:endParaRPr lang="en-US" sz="2000">
              <a:ea typeface="Calibri"/>
              <a:cs typeface="Calibri"/>
            </a:endParaRPr>
          </a:p>
          <a:p>
            <a:r>
              <a:rPr lang="en-US" sz="2000"/>
              <a:t>4000 – 7000</a:t>
            </a:r>
            <a:endParaRPr lang="en-US" sz="2000">
              <a:ea typeface="Calibri"/>
              <a:cs typeface="Calibri"/>
            </a:endParaRPr>
          </a:p>
          <a:p>
            <a:r>
              <a:rPr lang="en-US" sz="2000">
                <a:ea typeface="Calibri"/>
                <a:cs typeface="Calibri"/>
              </a:rPr>
              <a:t>The bar graph validates percentage and shows overall scale of salary to showcase the salary distribution.</a:t>
            </a:r>
          </a:p>
          <a:p>
            <a:endParaRPr lang="en-US" sz="2000">
              <a:ea typeface="Calibri"/>
              <a:cs typeface="Calibri"/>
            </a:endParaRPr>
          </a:p>
        </p:txBody>
      </p:sp>
      <p:sp>
        <p:nvSpPr>
          <p:cNvPr id="21" name="Isosceles Triangle 11">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13">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15">
            <a:extLst>
              <a:ext uri="{FF2B5EF4-FFF2-40B4-BE49-F238E27FC236}">
                <a16:creationId xmlns:a16="http://schemas.microsoft.com/office/drawing/2014/main" id="{15CBE6EC-46EF-45D9-8E16-DCDC5917CA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94720" y="0"/>
            <a:ext cx="1097280" cy="1097280"/>
            <a:chOff x="11094720" y="0"/>
            <a:chExt cx="1097280" cy="1097280"/>
          </a:xfrm>
        </p:grpSpPr>
        <p:sp>
          <p:nvSpPr>
            <p:cNvPr id="24" name="Isosceles Triangle 16">
              <a:extLst>
                <a:ext uri="{FF2B5EF4-FFF2-40B4-BE49-F238E27FC236}">
                  <a16:creationId xmlns:a16="http://schemas.microsoft.com/office/drawing/2014/main" id="{DEEDCD65-9740-4F34-BDF1-9C068E0532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1094720" y="0"/>
              <a:ext cx="1097280" cy="1097280"/>
            </a:xfrm>
            <a:prstGeom prst="triangle">
              <a:avLst>
                <a:gd name="adj" fmla="val 10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17">
              <a:extLst>
                <a:ext uri="{FF2B5EF4-FFF2-40B4-BE49-F238E27FC236}">
                  <a16:creationId xmlns:a16="http://schemas.microsoft.com/office/drawing/2014/main" id="{4B3DA7FD-5CC0-46D1-9DFB-5BAF6BE249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189552" y="127618"/>
              <a:ext cx="457894" cy="457894"/>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Picture 6" descr="A graph of salary distribution&#10;&#10;AI-generated content may be incorrect.">
            <a:extLst>
              <a:ext uri="{FF2B5EF4-FFF2-40B4-BE49-F238E27FC236}">
                <a16:creationId xmlns:a16="http://schemas.microsoft.com/office/drawing/2014/main" id="{BF22FF0B-7D6A-5A6F-344C-1A79CE8023F4}"/>
              </a:ext>
            </a:extLst>
          </p:cNvPr>
          <p:cNvPicPr>
            <a:picLocks noChangeAspect="1"/>
          </p:cNvPicPr>
          <p:nvPr/>
        </p:nvPicPr>
        <p:blipFill>
          <a:blip r:embed="rId2"/>
          <a:stretch>
            <a:fillRect/>
          </a:stretch>
        </p:blipFill>
        <p:spPr>
          <a:xfrm>
            <a:off x="5998552" y="1047427"/>
            <a:ext cx="6036896" cy="4910259"/>
          </a:xfrm>
          <a:prstGeom prst="rect">
            <a:avLst/>
          </a:prstGeom>
        </p:spPr>
      </p:pic>
    </p:spTree>
    <p:extLst>
      <p:ext uri="{BB962C8B-B14F-4D97-AF65-F5344CB8AC3E}">
        <p14:creationId xmlns:p14="http://schemas.microsoft.com/office/powerpoint/2010/main" val="13157614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22">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24">
            <a:extLst>
              <a:ext uri="{FF2B5EF4-FFF2-40B4-BE49-F238E27FC236}">
                <a16:creationId xmlns:a16="http://schemas.microsoft.com/office/drawing/2014/main" id="{FA366754-A2F4-475B-8217-AB06F5F15F3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35" name="Rectangle 25">
              <a:extLst>
                <a:ext uri="{FF2B5EF4-FFF2-40B4-BE49-F238E27FC236}">
                  <a16:creationId xmlns:a16="http://schemas.microsoft.com/office/drawing/2014/main" id="{322BF2F0-5264-48F8-8780-73D64DE848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Isosceles Triangle 26">
              <a:extLst>
                <a:ext uri="{FF2B5EF4-FFF2-40B4-BE49-F238E27FC236}">
                  <a16:creationId xmlns:a16="http://schemas.microsoft.com/office/drawing/2014/main" id="{7DC5FF32-A8FD-4F1B-B8D3-3D226716C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Otsikko 1">
            <a:extLst>
              <a:ext uri="{FF2B5EF4-FFF2-40B4-BE49-F238E27FC236}">
                <a16:creationId xmlns:a16="http://schemas.microsoft.com/office/drawing/2014/main" id="{84419DF0-6A13-C14C-ED54-71AFE5883831}"/>
              </a:ext>
            </a:extLst>
          </p:cNvPr>
          <p:cNvSpPr>
            <a:spLocks noGrp="1"/>
          </p:cNvSpPr>
          <p:nvPr>
            <p:ph type="title"/>
          </p:nvPr>
        </p:nvSpPr>
        <p:spPr>
          <a:xfrm>
            <a:off x="643467" y="321734"/>
            <a:ext cx="10905066" cy="1135737"/>
          </a:xfrm>
        </p:spPr>
        <p:txBody>
          <a:bodyPr>
            <a:normAutofit/>
          </a:bodyPr>
          <a:lstStyle/>
          <a:p>
            <a:r>
              <a:rPr lang="en-US" sz="3600"/>
              <a:t>Background analysis (Gender variable)</a:t>
            </a:r>
            <a:endParaRPr lang="en-FI" sz="3600"/>
          </a:p>
        </p:txBody>
      </p:sp>
      <p:sp>
        <p:nvSpPr>
          <p:cNvPr id="3" name="Sisällön paikkamerkki 2">
            <a:extLst>
              <a:ext uri="{FF2B5EF4-FFF2-40B4-BE49-F238E27FC236}">
                <a16:creationId xmlns:a16="http://schemas.microsoft.com/office/drawing/2014/main" id="{BA707EBC-232B-C0D4-5DB3-1158298377DA}"/>
              </a:ext>
            </a:extLst>
          </p:cNvPr>
          <p:cNvSpPr>
            <a:spLocks noGrp="1"/>
          </p:cNvSpPr>
          <p:nvPr>
            <p:ph idx="1"/>
          </p:nvPr>
        </p:nvSpPr>
        <p:spPr>
          <a:xfrm>
            <a:off x="4733" y="1301128"/>
            <a:ext cx="6842935" cy="2007743"/>
          </a:xfrm>
        </p:spPr>
        <p:txBody>
          <a:bodyPr vert="horz" lIns="91440" tIns="45720" rIns="91440" bIns="45720" rtlCol="0" anchor="t">
            <a:normAutofit/>
          </a:bodyPr>
          <a:lstStyle/>
          <a:p>
            <a:r>
              <a:rPr lang="en-US" sz="2000"/>
              <a:t>Based on the survey the gender of employees are distributed by count and gender.</a:t>
            </a:r>
            <a:endParaRPr lang="en-US" sz="2000">
              <a:ea typeface="Calibri"/>
              <a:cs typeface="Calibri"/>
            </a:endParaRPr>
          </a:p>
          <a:p>
            <a:r>
              <a:rPr lang="en-US" sz="2000">
                <a:ea typeface="Calibri"/>
                <a:cs typeface="Calibri"/>
              </a:rPr>
              <a:t>This bar chart visualizes the gender distribution within the sample population, totaling 82 individuals. The data reveals a significant skew, with males representing the majority of 77%, while females constitute a minority of 23%.</a:t>
            </a:r>
          </a:p>
        </p:txBody>
      </p:sp>
      <p:grpSp>
        <p:nvGrpSpPr>
          <p:cNvPr id="37" name="Group 28">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38" name="Isosceles Triangle 29">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0">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3" descr="A graph with blue rectangular bars&#10;&#10;AI-generated content may be incorrect.">
            <a:extLst>
              <a:ext uri="{FF2B5EF4-FFF2-40B4-BE49-F238E27FC236}">
                <a16:creationId xmlns:a16="http://schemas.microsoft.com/office/drawing/2014/main" id="{463F0B68-6D4D-C0AA-336F-928427C2629B}"/>
              </a:ext>
            </a:extLst>
          </p:cNvPr>
          <p:cNvPicPr>
            <a:picLocks noChangeAspect="1"/>
          </p:cNvPicPr>
          <p:nvPr/>
        </p:nvPicPr>
        <p:blipFill>
          <a:blip r:embed="rId2"/>
          <a:stretch>
            <a:fillRect/>
          </a:stretch>
        </p:blipFill>
        <p:spPr>
          <a:xfrm>
            <a:off x="6825909" y="2148728"/>
            <a:ext cx="5229939" cy="4466312"/>
          </a:xfrm>
          <a:prstGeom prst="rect">
            <a:avLst/>
          </a:prstGeom>
        </p:spPr>
      </p:pic>
      <p:pic>
        <p:nvPicPr>
          <p:cNvPr id="5" name="Picture 4" descr="A screenshot of a black and white screen&#10;&#10;AI-generated content may be incorrect.">
            <a:extLst>
              <a:ext uri="{FF2B5EF4-FFF2-40B4-BE49-F238E27FC236}">
                <a16:creationId xmlns:a16="http://schemas.microsoft.com/office/drawing/2014/main" id="{DC62DB89-0127-4621-13FA-37A52217C47B}"/>
              </a:ext>
            </a:extLst>
          </p:cNvPr>
          <p:cNvPicPr>
            <a:picLocks noChangeAspect="1"/>
          </p:cNvPicPr>
          <p:nvPr/>
        </p:nvPicPr>
        <p:blipFill>
          <a:blip r:embed="rId3"/>
          <a:stretch>
            <a:fillRect/>
          </a:stretch>
        </p:blipFill>
        <p:spPr>
          <a:xfrm>
            <a:off x="1235259" y="3429552"/>
            <a:ext cx="4974851" cy="2730313"/>
          </a:xfrm>
          <a:prstGeom prst="rect">
            <a:avLst/>
          </a:prstGeom>
        </p:spPr>
      </p:pic>
    </p:spTree>
    <p:extLst>
      <p:ext uri="{BB962C8B-B14F-4D97-AF65-F5344CB8AC3E}">
        <p14:creationId xmlns:p14="http://schemas.microsoft.com/office/powerpoint/2010/main" val="9709887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643BE6C-86B7-4AB9-91E8-9B5DB45AC8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88" y="0"/>
            <a:ext cx="12188825" cy="424281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Calibri" panose="020F0502020204030204"/>
              <a:ea typeface="+mn-ea"/>
              <a:cs typeface="+mn-cs"/>
            </a:endParaRPr>
          </a:p>
        </p:txBody>
      </p:sp>
      <p:sp>
        <p:nvSpPr>
          <p:cNvPr id="2" name="Otsikko 1">
            <a:extLst>
              <a:ext uri="{FF2B5EF4-FFF2-40B4-BE49-F238E27FC236}">
                <a16:creationId xmlns:a16="http://schemas.microsoft.com/office/drawing/2014/main" id="{5F90C700-D9E5-A441-2142-352B87ACAAA3}"/>
              </a:ext>
            </a:extLst>
          </p:cNvPr>
          <p:cNvSpPr>
            <a:spLocks noGrp="1"/>
          </p:cNvSpPr>
          <p:nvPr>
            <p:ph type="title"/>
          </p:nvPr>
        </p:nvSpPr>
        <p:spPr>
          <a:xfrm>
            <a:off x="1293026" y="713195"/>
            <a:ext cx="9605948" cy="2318665"/>
          </a:xfrm>
        </p:spPr>
        <p:txBody>
          <a:bodyPr vert="horz" lIns="91440" tIns="45720" rIns="91440" bIns="45720" rtlCol="0" anchor="b">
            <a:normAutofit/>
          </a:bodyPr>
          <a:lstStyle/>
          <a:p>
            <a:pPr algn="ctr"/>
            <a:r>
              <a:rPr lang="en-US" sz="5400" kern="1200">
                <a:solidFill>
                  <a:srgbClr val="FFFFFF"/>
                </a:solidFill>
                <a:latin typeface="+mj-lt"/>
                <a:ea typeface="+mj-ea"/>
                <a:cs typeface="+mj-cs"/>
              </a:rPr>
              <a:t>Background analysis (more ….)</a:t>
            </a:r>
          </a:p>
        </p:txBody>
      </p:sp>
      <p:pic>
        <p:nvPicPr>
          <p:cNvPr id="11" name="Graphic 10" descr="Mikroskooppi">
            <a:extLst>
              <a:ext uri="{FF2B5EF4-FFF2-40B4-BE49-F238E27FC236}">
                <a16:creationId xmlns:a16="http://schemas.microsoft.com/office/drawing/2014/main" id="{DC5CE8C3-D618-83A3-E86D-AEDA48EADD9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06089" y="4805363"/>
            <a:ext cx="1179824" cy="1179824"/>
          </a:xfrm>
          <a:prstGeom prst="rect">
            <a:avLst/>
          </a:prstGeom>
        </p:spPr>
      </p:pic>
    </p:spTree>
    <p:extLst>
      <p:ext uri="{BB962C8B-B14F-4D97-AF65-F5344CB8AC3E}">
        <p14:creationId xmlns:p14="http://schemas.microsoft.com/office/powerpoint/2010/main" val="19780582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932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tsikko 1">
            <a:extLst>
              <a:ext uri="{FF2B5EF4-FFF2-40B4-BE49-F238E27FC236}">
                <a16:creationId xmlns:a16="http://schemas.microsoft.com/office/drawing/2014/main" id="{08580691-9352-393C-9E5A-9A15167959F7}"/>
              </a:ext>
            </a:extLst>
          </p:cNvPr>
          <p:cNvSpPr>
            <a:spLocks noGrp="1"/>
          </p:cNvSpPr>
          <p:nvPr>
            <p:ph type="title"/>
          </p:nvPr>
        </p:nvSpPr>
        <p:spPr>
          <a:xfrm>
            <a:off x="524741" y="620392"/>
            <a:ext cx="3808268" cy="5504688"/>
          </a:xfrm>
        </p:spPr>
        <p:txBody>
          <a:bodyPr vert="horz" lIns="91440" tIns="45720" rIns="91440" bIns="45720" rtlCol="0" anchor="ctr">
            <a:normAutofit/>
          </a:bodyPr>
          <a:lstStyle/>
          <a:p>
            <a:r>
              <a:rPr lang="en-US" sz="6000" kern="1200">
                <a:solidFill>
                  <a:schemeClr val="bg1"/>
                </a:solidFill>
                <a:latin typeface="+mj-lt"/>
                <a:ea typeface="+mj-ea"/>
                <a:cs typeface="+mj-cs"/>
              </a:rPr>
              <a:t>Analyzes two qualitative variables </a:t>
            </a:r>
          </a:p>
        </p:txBody>
      </p:sp>
      <p:graphicFrame>
        <p:nvGraphicFramePr>
          <p:cNvPr id="18" name="Tekstiruutu 2">
            <a:extLst>
              <a:ext uri="{FF2B5EF4-FFF2-40B4-BE49-F238E27FC236}">
                <a16:creationId xmlns:a16="http://schemas.microsoft.com/office/drawing/2014/main" id="{9BB53A3A-7740-D3E8-3FC1-FECC7293E28E}"/>
              </a:ext>
            </a:extLst>
          </p:cNvPr>
          <p:cNvGraphicFramePr/>
          <p:nvPr>
            <p:extLst>
              <p:ext uri="{D42A27DB-BD31-4B8C-83A1-F6EECF244321}">
                <p14:modId xmlns:p14="http://schemas.microsoft.com/office/powerpoint/2010/main" val="770613211"/>
              </p:ext>
            </p:extLst>
          </p:nvPr>
        </p:nvGraphicFramePr>
        <p:xfrm>
          <a:off x="5415879"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43306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tsikko 1">
            <a:extLst>
              <a:ext uri="{FF2B5EF4-FFF2-40B4-BE49-F238E27FC236}">
                <a16:creationId xmlns:a16="http://schemas.microsoft.com/office/drawing/2014/main" id="{C6E4C9B6-D829-9980-3581-48619D509451}"/>
              </a:ext>
            </a:extLst>
          </p:cNvPr>
          <p:cNvSpPr>
            <a:spLocks noGrp="1"/>
          </p:cNvSpPr>
          <p:nvPr>
            <p:ph type="title"/>
          </p:nvPr>
        </p:nvSpPr>
        <p:spPr>
          <a:xfrm>
            <a:off x="643467" y="321734"/>
            <a:ext cx="10905066" cy="1135737"/>
          </a:xfrm>
        </p:spPr>
        <p:txBody>
          <a:bodyPr>
            <a:normAutofit/>
          </a:bodyPr>
          <a:lstStyle/>
          <a:p>
            <a:r>
              <a:rPr lang="en-US" sz="3600"/>
              <a:t>Analyzing relationship between age &amp; salary</a:t>
            </a:r>
            <a:endParaRPr lang="en-US" sz="3600">
              <a:ea typeface="Calibri Light"/>
              <a:cs typeface="Calibri Light"/>
            </a:endParaRPr>
          </a:p>
        </p:txBody>
      </p:sp>
      <p:sp>
        <p:nvSpPr>
          <p:cNvPr id="3" name="Sisällön paikkamerkki 2">
            <a:extLst>
              <a:ext uri="{FF2B5EF4-FFF2-40B4-BE49-F238E27FC236}">
                <a16:creationId xmlns:a16="http://schemas.microsoft.com/office/drawing/2014/main" id="{E1C36502-8E71-00F8-FDAA-E10C9FECA08F}"/>
              </a:ext>
            </a:extLst>
          </p:cNvPr>
          <p:cNvSpPr>
            <a:spLocks noGrp="1"/>
          </p:cNvSpPr>
          <p:nvPr>
            <p:ph idx="1"/>
          </p:nvPr>
        </p:nvSpPr>
        <p:spPr>
          <a:xfrm>
            <a:off x="654675" y="1357158"/>
            <a:ext cx="4736765" cy="5055128"/>
          </a:xfrm>
        </p:spPr>
        <p:txBody>
          <a:bodyPr vert="horz" lIns="91440" tIns="45720" rIns="91440" bIns="45720" rtlCol="0" anchor="t">
            <a:normAutofit fontScale="92500" lnSpcReduction="10000"/>
          </a:bodyPr>
          <a:lstStyle/>
          <a:p>
            <a:r>
              <a:rPr lang="en-US" sz="2000"/>
              <a:t>The figure here shows the relationship between two numerical variables.</a:t>
            </a:r>
            <a:endParaRPr lang="en-US" sz="2000">
              <a:ea typeface="Calibri"/>
              <a:cs typeface="Calibri"/>
            </a:endParaRPr>
          </a:p>
          <a:p>
            <a:r>
              <a:rPr lang="en-US" sz="2000"/>
              <a:t>The scatter plot is given in the right.</a:t>
            </a:r>
            <a:endParaRPr lang="en-US" sz="2000">
              <a:ea typeface="Calibri"/>
              <a:cs typeface="Calibri"/>
            </a:endParaRPr>
          </a:p>
          <a:p>
            <a:r>
              <a:rPr lang="en-US" sz="2000">
                <a:ea typeface="Calibri"/>
                <a:cs typeface="Calibri"/>
              </a:rPr>
              <a:t>The graph reveals a moderate positive correlation, indicating a general tendency for salary to increase as age increases. This is consistent with the expectation that individuals gain experience and advance in their careers over time.</a:t>
            </a:r>
          </a:p>
          <a:p>
            <a:r>
              <a:rPr lang="en-US" sz="2000">
                <a:ea typeface="Calibri"/>
                <a:cs typeface="Calibri"/>
              </a:rPr>
              <a:t>The data points begin clustered in the lower-left quadrant (younger individuals with lower salaries) and trend towards the upper-right quadrant (older individuals with higher salaries). However, the spread of the data is significant, meaning that at any given age, there is a wide range of salaries. For instance, some 40-year-olds may earn similarly to some 50-year-olds.</a:t>
            </a:r>
          </a:p>
        </p:txBody>
      </p:sp>
      <p:grpSp>
        <p:nvGrpSpPr>
          <p:cNvPr id="25" name="Group 24">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26" name="Rectangle 25">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Isosceles Triangle 26">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30" name="Isosceles Triangle 29">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3" descr="A graph with blue dots&#10;&#10;AI-generated content may be incorrect.">
            <a:extLst>
              <a:ext uri="{FF2B5EF4-FFF2-40B4-BE49-F238E27FC236}">
                <a16:creationId xmlns:a16="http://schemas.microsoft.com/office/drawing/2014/main" id="{88AFBAFD-1948-FB1F-C217-7BA1246A6875}"/>
              </a:ext>
            </a:extLst>
          </p:cNvPr>
          <p:cNvPicPr>
            <a:picLocks noChangeAspect="1"/>
          </p:cNvPicPr>
          <p:nvPr/>
        </p:nvPicPr>
        <p:blipFill>
          <a:blip r:embed="rId2"/>
          <a:stretch>
            <a:fillRect/>
          </a:stretch>
        </p:blipFill>
        <p:spPr>
          <a:xfrm>
            <a:off x="5765426" y="1710298"/>
            <a:ext cx="6073587" cy="4703669"/>
          </a:xfrm>
          <a:prstGeom prst="rect">
            <a:avLst/>
          </a:prstGeom>
        </p:spPr>
      </p:pic>
    </p:spTree>
    <p:extLst>
      <p:ext uri="{BB962C8B-B14F-4D97-AF65-F5344CB8AC3E}">
        <p14:creationId xmlns:p14="http://schemas.microsoft.com/office/powerpoint/2010/main" val="12840301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tsikko 1">
            <a:extLst>
              <a:ext uri="{FF2B5EF4-FFF2-40B4-BE49-F238E27FC236}">
                <a16:creationId xmlns:a16="http://schemas.microsoft.com/office/drawing/2014/main" id="{C6E4C9B6-D829-9980-3581-48619D509451}"/>
              </a:ext>
            </a:extLst>
          </p:cNvPr>
          <p:cNvSpPr>
            <a:spLocks noGrp="1"/>
          </p:cNvSpPr>
          <p:nvPr>
            <p:ph type="title"/>
          </p:nvPr>
        </p:nvSpPr>
        <p:spPr>
          <a:xfrm>
            <a:off x="643467" y="321734"/>
            <a:ext cx="10905066" cy="1135737"/>
          </a:xfrm>
        </p:spPr>
        <p:txBody>
          <a:bodyPr>
            <a:normAutofit/>
          </a:bodyPr>
          <a:lstStyle/>
          <a:p>
            <a:r>
              <a:rPr lang="en-US" sz="3600"/>
              <a:t>Analyzing relationship Years of Service vs Satisfaction with Salary</a:t>
            </a:r>
          </a:p>
          <a:p>
            <a:endParaRPr lang="en-US" sz="3600">
              <a:ea typeface="Calibri Light"/>
              <a:cs typeface="Calibri Light"/>
            </a:endParaRPr>
          </a:p>
        </p:txBody>
      </p:sp>
      <p:sp>
        <p:nvSpPr>
          <p:cNvPr id="3" name="Sisällön paikkamerkki 2">
            <a:extLst>
              <a:ext uri="{FF2B5EF4-FFF2-40B4-BE49-F238E27FC236}">
                <a16:creationId xmlns:a16="http://schemas.microsoft.com/office/drawing/2014/main" id="{E1C36502-8E71-00F8-FDAA-E10C9FECA08F}"/>
              </a:ext>
            </a:extLst>
          </p:cNvPr>
          <p:cNvSpPr>
            <a:spLocks noGrp="1"/>
          </p:cNvSpPr>
          <p:nvPr>
            <p:ph idx="1"/>
          </p:nvPr>
        </p:nvSpPr>
        <p:spPr>
          <a:xfrm>
            <a:off x="811558" y="1289922"/>
            <a:ext cx="4927265" cy="5223216"/>
          </a:xfrm>
        </p:spPr>
        <p:txBody>
          <a:bodyPr vert="horz" lIns="91440" tIns="45720" rIns="91440" bIns="45720" rtlCol="0" anchor="t">
            <a:noAutofit/>
          </a:bodyPr>
          <a:lstStyle/>
          <a:p>
            <a:r>
              <a:rPr lang="en-US" sz="1800">
                <a:ea typeface="Calibri"/>
                <a:cs typeface="Calibri"/>
              </a:rPr>
              <a:t>This scatter plot investigates the relationship between employee tenure and pay satisfaction. The graph reveals a moderate negative correlation, indicating a general tendency for salary satisfaction to decrease as an employee's years of service increase.</a:t>
            </a:r>
          </a:p>
          <a:p>
            <a:r>
              <a:rPr lang="en-US" sz="1800">
                <a:ea typeface="Calibri"/>
                <a:cs typeface="Calibri"/>
              </a:rPr>
              <a:t>New employees (0-5 years of service) show a wide range of satisfaction but are clustered in the higher end of the scale (4-5). In contrast, employees with longer tenure (20+ years) are consistently clustered in the lower end of the satisfaction scale (1-2).</a:t>
            </a:r>
          </a:p>
          <a:p>
            <a:r>
              <a:rPr lang="en-US" sz="1800">
                <a:ea typeface="Calibri"/>
                <a:cs typeface="Calibri"/>
              </a:rPr>
              <a:t>This pattern strongly suggests an issue with internal salary equity and career progression. It is likely that the company's strategy of hiring new talent at competitive market rates is not being matched by equivalent salary growth for existing employees.</a:t>
            </a:r>
          </a:p>
        </p:txBody>
      </p:sp>
      <p:grpSp>
        <p:nvGrpSpPr>
          <p:cNvPr id="25" name="Group 24">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26" name="Rectangle 25">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Isosceles Triangle 26">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30" name="Isosceles Triangle 29">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3" descr="A graph of orange dots&#10;&#10;AI-generated content may be incorrect.">
            <a:extLst>
              <a:ext uri="{FF2B5EF4-FFF2-40B4-BE49-F238E27FC236}">
                <a16:creationId xmlns:a16="http://schemas.microsoft.com/office/drawing/2014/main" id="{B7E72726-43F4-3748-7215-7E0A664B3CA9}"/>
              </a:ext>
            </a:extLst>
          </p:cNvPr>
          <p:cNvPicPr>
            <a:picLocks noChangeAspect="1"/>
          </p:cNvPicPr>
          <p:nvPr/>
        </p:nvPicPr>
        <p:blipFill>
          <a:blip r:embed="rId2"/>
          <a:stretch>
            <a:fillRect/>
          </a:stretch>
        </p:blipFill>
        <p:spPr>
          <a:xfrm>
            <a:off x="5905780" y="1777534"/>
            <a:ext cx="6117850" cy="4849345"/>
          </a:xfrm>
          <a:prstGeom prst="rect">
            <a:avLst/>
          </a:prstGeom>
        </p:spPr>
      </p:pic>
    </p:spTree>
    <p:extLst>
      <p:ext uri="{BB962C8B-B14F-4D97-AF65-F5344CB8AC3E}">
        <p14:creationId xmlns:p14="http://schemas.microsoft.com/office/powerpoint/2010/main" val="39083867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761DDFE-071F-4200-B0AA-394476C2D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tsikko 1">
            <a:extLst>
              <a:ext uri="{FF2B5EF4-FFF2-40B4-BE49-F238E27FC236}">
                <a16:creationId xmlns:a16="http://schemas.microsoft.com/office/drawing/2014/main" id="{8F6A075A-A16F-3E89-6F39-8591CE784C32}"/>
              </a:ext>
            </a:extLst>
          </p:cNvPr>
          <p:cNvSpPr>
            <a:spLocks noGrp="1"/>
          </p:cNvSpPr>
          <p:nvPr>
            <p:ph type="title"/>
          </p:nvPr>
        </p:nvSpPr>
        <p:spPr>
          <a:xfrm>
            <a:off x="253650" y="495623"/>
            <a:ext cx="5167185" cy="1680519"/>
          </a:xfrm>
        </p:spPr>
        <p:txBody>
          <a:bodyPr vert="horz" lIns="91440" tIns="45720" rIns="91440" bIns="45720" rtlCol="0" anchor="ctr">
            <a:normAutofit/>
          </a:bodyPr>
          <a:lstStyle/>
          <a:p>
            <a:r>
              <a:rPr lang="en-US" sz="3700"/>
              <a:t>Analyzing dependency between variables (gender and education)</a:t>
            </a:r>
          </a:p>
        </p:txBody>
      </p:sp>
      <p:sp>
        <p:nvSpPr>
          <p:cNvPr id="6" name="Tekstiruutu 5">
            <a:extLst>
              <a:ext uri="{FF2B5EF4-FFF2-40B4-BE49-F238E27FC236}">
                <a16:creationId xmlns:a16="http://schemas.microsoft.com/office/drawing/2014/main" id="{852744BD-2F2A-50A2-26EB-8F10A3AF39C4}"/>
              </a:ext>
            </a:extLst>
          </p:cNvPr>
          <p:cNvSpPr txBox="1"/>
          <p:nvPr/>
        </p:nvSpPr>
        <p:spPr>
          <a:xfrm>
            <a:off x="258707" y="2610157"/>
            <a:ext cx="4726426" cy="3992306"/>
          </a:xfrm>
          <a:prstGeom prst="rect">
            <a:avLst/>
          </a:prstGeom>
        </p:spPr>
        <p:txBody>
          <a:bodyPr vert="horz" lIns="91440" tIns="45720" rIns="91440" bIns="45720" rtlCol="0" anchor="ctr">
            <a:normAutofit fontScale="92500" lnSpcReduction="10000"/>
          </a:bodyPr>
          <a:lstStyle/>
          <a:p>
            <a:pPr marL="400050" indent="-342900">
              <a:lnSpc>
                <a:spcPct val="90000"/>
              </a:lnSpc>
              <a:spcAft>
                <a:spcPts val="600"/>
              </a:spcAft>
              <a:buFont typeface="Arial"/>
              <a:buChar char="•"/>
            </a:pPr>
            <a:r>
              <a:rPr lang="en-US" sz="2000">
                <a:ea typeface="Calibri"/>
                <a:cs typeface="Calibri"/>
              </a:rPr>
              <a:t>Women have the highest proportion of individuals with only a primary school education (34.9% vs. 26.3% for men).</a:t>
            </a:r>
            <a:endParaRPr lang="en-US">
              <a:ea typeface="Calibri" panose="020F0502020204030204"/>
              <a:cs typeface="Calibri" panose="020F0502020204030204"/>
            </a:endParaRPr>
          </a:p>
          <a:p>
            <a:pPr marL="400050" indent="-342900">
              <a:lnSpc>
                <a:spcPct val="90000"/>
              </a:lnSpc>
              <a:spcAft>
                <a:spcPts val="600"/>
              </a:spcAft>
              <a:buFont typeface="Arial"/>
              <a:buChar char="•"/>
            </a:pPr>
            <a:r>
              <a:rPr lang="en-US" sz="2000">
                <a:ea typeface="Calibri"/>
                <a:cs typeface="Calibri"/>
              </a:rPr>
              <a:t>Men have a significantly higher proportion of individuals with a bachelor's degree (36.8% vs. 23.8% for women). The proportion of men and women with a secondary school education is relatively similar.</a:t>
            </a:r>
          </a:p>
          <a:p>
            <a:pPr marL="400050" indent="-342900">
              <a:lnSpc>
                <a:spcPct val="90000"/>
              </a:lnSpc>
              <a:spcAft>
                <a:spcPts val="600"/>
              </a:spcAft>
              <a:buFont typeface="Arial"/>
              <a:buChar char="•"/>
            </a:pPr>
            <a:r>
              <a:rPr lang="en-US" sz="2000">
                <a:ea typeface="Calibri"/>
                <a:cs typeface="Calibri"/>
              </a:rPr>
              <a:t>In summary: In this graph, men are more likely to have a bachelor's degree, while women are more likely to have only a primary school education or the highest (master's) level of education.</a:t>
            </a:r>
          </a:p>
          <a:p>
            <a:pPr marL="400050" indent="-342900">
              <a:lnSpc>
                <a:spcPct val="90000"/>
              </a:lnSpc>
              <a:spcAft>
                <a:spcPts val="600"/>
              </a:spcAft>
              <a:buFont typeface="Arial"/>
              <a:buChar char="•"/>
            </a:pPr>
            <a:endParaRPr lang="en-US" sz="2000">
              <a:ea typeface="Calibri"/>
              <a:cs typeface="Calibri"/>
            </a:endParaRPr>
          </a:p>
          <a:p>
            <a:pPr marL="57150">
              <a:lnSpc>
                <a:spcPct val="90000"/>
              </a:lnSpc>
              <a:spcAft>
                <a:spcPts val="600"/>
              </a:spcAft>
            </a:pPr>
            <a:endParaRPr lang="en-US" sz="2000">
              <a:ea typeface="Calibri"/>
              <a:cs typeface="Calibri"/>
            </a:endParaRPr>
          </a:p>
        </p:txBody>
      </p:sp>
      <p:pic>
        <p:nvPicPr>
          <p:cNvPr id="9" name="Picture 8" descr="A screenshot of a graph&#10;&#10;AI-generated content may be incorrect.">
            <a:extLst>
              <a:ext uri="{FF2B5EF4-FFF2-40B4-BE49-F238E27FC236}">
                <a16:creationId xmlns:a16="http://schemas.microsoft.com/office/drawing/2014/main" id="{76F859E2-43AB-86AD-DF47-AEAA64A32B00}"/>
              </a:ext>
            </a:extLst>
          </p:cNvPr>
          <p:cNvPicPr>
            <a:picLocks noChangeAspect="1"/>
          </p:cNvPicPr>
          <p:nvPr/>
        </p:nvPicPr>
        <p:blipFill>
          <a:blip r:embed="rId2"/>
          <a:stretch>
            <a:fillRect/>
          </a:stretch>
        </p:blipFill>
        <p:spPr>
          <a:xfrm>
            <a:off x="7670050" y="70169"/>
            <a:ext cx="4393979" cy="2309444"/>
          </a:xfrm>
          <a:prstGeom prst="rect">
            <a:avLst/>
          </a:prstGeom>
        </p:spPr>
      </p:pic>
      <p:pic>
        <p:nvPicPr>
          <p:cNvPr id="15" name="Picture 14" descr="A graph of a graph with blue and orange bars&#10;&#10;AI-generated content may be incorrect.">
            <a:extLst>
              <a:ext uri="{FF2B5EF4-FFF2-40B4-BE49-F238E27FC236}">
                <a16:creationId xmlns:a16="http://schemas.microsoft.com/office/drawing/2014/main" id="{00BBE09C-7DD2-6CFF-4B28-10F230B1C4CA}"/>
              </a:ext>
            </a:extLst>
          </p:cNvPr>
          <p:cNvPicPr>
            <a:picLocks noChangeAspect="1"/>
          </p:cNvPicPr>
          <p:nvPr/>
        </p:nvPicPr>
        <p:blipFill>
          <a:blip r:embed="rId3"/>
          <a:stretch>
            <a:fillRect/>
          </a:stretch>
        </p:blipFill>
        <p:spPr>
          <a:xfrm>
            <a:off x="5088591" y="2378449"/>
            <a:ext cx="7102288" cy="4476750"/>
          </a:xfrm>
          <a:prstGeom prst="rect">
            <a:avLst/>
          </a:prstGeom>
        </p:spPr>
      </p:pic>
    </p:spTree>
    <p:extLst>
      <p:ext uri="{BB962C8B-B14F-4D97-AF65-F5344CB8AC3E}">
        <p14:creationId xmlns:p14="http://schemas.microsoft.com/office/powerpoint/2010/main" val="32350016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37AE8E-F851-1847-CC4C-7B67124FADB5}"/>
              </a:ext>
            </a:extLst>
          </p:cNvPr>
          <p:cNvSpPr txBox="1"/>
          <p:nvPr/>
        </p:nvSpPr>
        <p:spPr>
          <a:xfrm>
            <a:off x="336176" y="212911"/>
            <a:ext cx="10186147"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ea typeface="Calibri"/>
                <a:cs typeface="Calibri"/>
              </a:rPr>
              <a:t>Performing a Chi-square Test of Independence: Gender and Education</a:t>
            </a:r>
            <a:endParaRPr lang="en-US"/>
          </a:p>
          <a:p>
            <a:endParaRPr lang="en-US" sz="3600">
              <a:ea typeface="Calibri"/>
              <a:cs typeface="Calibri"/>
            </a:endParaRPr>
          </a:p>
          <a:p>
            <a:pPr algn="ctr"/>
            <a:endParaRPr lang="en-US"/>
          </a:p>
        </p:txBody>
      </p:sp>
      <p:sp>
        <p:nvSpPr>
          <p:cNvPr id="6" name="TextBox 5">
            <a:extLst>
              <a:ext uri="{FF2B5EF4-FFF2-40B4-BE49-F238E27FC236}">
                <a16:creationId xmlns:a16="http://schemas.microsoft.com/office/drawing/2014/main" id="{2B497E94-FF83-CA05-55A2-0C2283102EE6}"/>
              </a:ext>
            </a:extLst>
          </p:cNvPr>
          <p:cNvSpPr txBox="1"/>
          <p:nvPr/>
        </p:nvSpPr>
        <p:spPr>
          <a:xfrm>
            <a:off x="156882" y="1501589"/>
            <a:ext cx="5793442"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By performing the "Chi-square Test of Independence", we can check if the differences observed in the crosstab (Education × Gender) are likely due to chance or reflect a genuine pattern in the data.  </a:t>
            </a:r>
          </a:p>
          <a:p>
            <a:br>
              <a:rPr lang="en-US"/>
            </a:br>
            <a:r>
              <a:rPr lang="en-US"/>
              <a:t>If the p-value &lt; 0.05, it indicates a statistically significant relationship — suggesting that education level varies by gender among employees.  </a:t>
            </a:r>
            <a:endParaRPr lang="en-US">
              <a:ea typeface="Calibri"/>
              <a:cs typeface="Calibri"/>
            </a:endParaRPr>
          </a:p>
          <a:p>
            <a:r>
              <a:rPr lang="en-US"/>
              <a:t>If the p-value ≥ 0.05, it means there is no strong evidence of a relationship, implying that education levels are fairly  similar across genders in this dataset.</a:t>
            </a:r>
            <a:endParaRPr lang="en-US">
              <a:ea typeface="Calibri"/>
              <a:cs typeface="Calibri"/>
            </a:endParaRPr>
          </a:p>
          <a:p>
            <a:endParaRPr lang="en-US"/>
          </a:p>
          <a:p>
            <a:pPr algn="ctr"/>
            <a:endParaRPr lang="en-US"/>
          </a:p>
        </p:txBody>
      </p:sp>
      <p:pic>
        <p:nvPicPr>
          <p:cNvPr id="7" name="Picture 6">
            <a:extLst>
              <a:ext uri="{FF2B5EF4-FFF2-40B4-BE49-F238E27FC236}">
                <a16:creationId xmlns:a16="http://schemas.microsoft.com/office/drawing/2014/main" id="{1E3A5C6E-5EC1-0D2B-C9E0-B6C6F69DE33F}"/>
              </a:ext>
            </a:extLst>
          </p:cNvPr>
          <p:cNvPicPr>
            <a:picLocks noChangeAspect="1"/>
          </p:cNvPicPr>
          <p:nvPr/>
        </p:nvPicPr>
        <p:blipFill>
          <a:blip r:embed="rId2"/>
          <a:srcRect l="547" t="2410" r="53710" b="1205"/>
          <a:stretch>
            <a:fillRect/>
          </a:stretch>
        </p:blipFill>
        <p:spPr>
          <a:xfrm>
            <a:off x="5978618" y="1945341"/>
            <a:ext cx="6212982" cy="950338"/>
          </a:xfrm>
          <a:prstGeom prst="rect">
            <a:avLst/>
          </a:prstGeom>
        </p:spPr>
      </p:pic>
      <p:pic>
        <p:nvPicPr>
          <p:cNvPr id="8" name="Picture 7">
            <a:extLst>
              <a:ext uri="{FF2B5EF4-FFF2-40B4-BE49-F238E27FC236}">
                <a16:creationId xmlns:a16="http://schemas.microsoft.com/office/drawing/2014/main" id="{070DEBB4-D842-9E3A-D599-DEBBD9AFB21B}"/>
              </a:ext>
            </a:extLst>
          </p:cNvPr>
          <p:cNvPicPr>
            <a:picLocks noChangeAspect="1"/>
          </p:cNvPicPr>
          <p:nvPr/>
        </p:nvPicPr>
        <p:blipFill>
          <a:blip r:embed="rId3"/>
          <a:srcRect r="29668" b="-5128"/>
          <a:stretch>
            <a:fillRect/>
          </a:stretch>
        </p:blipFill>
        <p:spPr>
          <a:xfrm>
            <a:off x="5985341" y="3350840"/>
            <a:ext cx="6202765" cy="627514"/>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0D1931D7-5E1F-CFA9-A30D-C7DEE3312919}"/>
              </a:ext>
            </a:extLst>
          </p:cNvPr>
          <p:cNvPicPr>
            <a:picLocks noChangeAspect="1"/>
          </p:cNvPicPr>
          <p:nvPr/>
        </p:nvPicPr>
        <p:blipFill>
          <a:blip r:embed="rId4"/>
          <a:stretch>
            <a:fillRect/>
          </a:stretch>
        </p:blipFill>
        <p:spPr>
          <a:xfrm>
            <a:off x="6833628" y="4490198"/>
            <a:ext cx="4800040" cy="2158253"/>
          </a:xfrm>
          <a:prstGeom prst="rect">
            <a:avLst/>
          </a:prstGeom>
        </p:spPr>
      </p:pic>
    </p:spTree>
    <p:extLst>
      <p:ext uri="{BB962C8B-B14F-4D97-AF65-F5344CB8AC3E}">
        <p14:creationId xmlns:p14="http://schemas.microsoft.com/office/powerpoint/2010/main" val="7997694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815EDFB-58E4-5DB8-E37A-B251BF92A89E}"/>
              </a:ext>
            </a:extLst>
          </p:cNvPr>
          <p:cNvSpPr txBox="1"/>
          <p:nvPr/>
        </p:nvSpPr>
        <p:spPr>
          <a:xfrm>
            <a:off x="3653117" y="257735"/>
            <a:ext cx="5759823"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ea typeface="Calibri"/>
                <a:cs typeface="Calibri"/>
              </a:rPr>
              <a:t>Observational Statement</a:t>
            </a:r>
          </a:p>
          <a:p>
            <a:endParaRPr lang="en-US" sz="3600">
              <a:ea typeface="Calibri"/>
              <a:cs typeface="Calibri"/>
            </a:endParaRPr>
          </a:p>
          <a:p>
            <a:pPr algn="ctr"/>
            <a:endParaRPr lang="en-US"/>
          </a:p>
        </p:txBody>
      </p:sp>
      <p:pic>
        <p:nvPicPr>
          <p:cNvPr id="6" name="Picture 5" descr="A black background with white text&#10;&#10;AI-generated content may be incorrect.">
            <a:extLst>
              <a:ext uri="{FF2B5EF4-FFF2-40B4-BE49-F238E27FC236}">
                <a16:creationId xmlns:a16="http://schemas.microsoft.com/office/drawing/2014/main" id="{9FE3C6D6-0BDC-D9E8-AB02-6F98739BD529}"/>
              </a:ext>
            </a:extLst>
          </p:cNvPr>
          <p:cNvPicPr>
            <a:picLocks noChangeAspect="1"/>
          </p:cNvPicPr>
          <p:nvPr/>
        </p:nvPicPr>
        <p:blipFill>
          <a:blip r:embed="rId2"/>
          <a:stretch>
            <a:fillRect/>
          </a:stretch>
        </p:blipFill>
        <p:spPr>
          <a:xfrm>
            <a:off x="6092078" y="997043"/>
            <a:ext cx="5913344" cy="1748677"/>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476527DA-3F00-A3EE-83F7-D0AB7F3D9F21}"/>
              </a:ext>
            </a:extLst>
          </p:cNvPr>
          <p:cNvPicPr>
            <a:picLocks noChangeAspect="1"/>
          </p:cNvPicPr>
          <p:nvPr/>
        </p:nvPicPr>
        <p:blipFill>
          <a:blip r:embed="rId3"/>
          <a:stretch>
            <a:fillRect/>
          </a:stretch>
        </p:blipFill>
        <p:spPr>
          <a:xfrm>
            <a:off x="259136" y="2921653"/>
            <a:ext cx="11752168" cy="790575"/>
          </a:xfrm>
          <a:prstGeom prst="rect">
            <a:avLst/>
          </a:prstGeom>
        </p:spPr>
      </p:pic>
      <p:sp>
        <p:nvSpPr>
          <p:cNvPr id="8" name="TextBox 7">
            <a:extLst>
              <a:ext uri="{FF2B5EF4-FFF2-40B4-BE49-F238E27FC236}">
                <a16:creationId xmlns:a16="http://schemas.microsoft.com/office/drawing/2014/main" id="{7CFB88E0-DC78-E778-47DE-90A9EC097FB5}"/>
              </a:ext>
            </a:extLst>
          </p:cNvPr>
          <p:cNvSpPr txBox="1"/>
          <p:nvPr/>
        </p:nvSpPr>
        <p:spPr>
          <a:xfrm>
            <a:off x="257735" y="4269441"/>
            <a:ext cx="11609294"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Based on the p-value of approximately 0.602 from our result, the observation is:</a:t>
            </a:r>
            <a:endParaRPr lang="en-US" b="1">
              <a:ea typeface="Calibri"/>
              <a:cs typeface="Calibri"/>
            </a:endParaRPr>
          </a:p>
          <a:p>
            <a:endParaRPr lang="en-US" b="1">
              <a:ea typeface="Calibri"/>
              <a:cs typeface="Calibri"/>
            </a:endParaRPr>
          </a:p>
          <a:p>
            <a:pPr algn="l"/>
            <a:r>
              <a:rPr lang="en-US"/>
              <a:t>The p-value is greater than or equal to 0.05, which means there is no strong evidence of a relationship between gender and education level in this dataset. This implies that the observed differences in education levels between men and women are not statistically significant and could be due to random chance.</a:t>
            </a:r>
          </a:p>
          <a:p>
            <a:pPr algn="ctr"/>
            <a:endParaRPr lang="en-US"/>
          </a:p>
        </p:txBody>
      </p:sp>
    </p:spTree>
    <p:extLst>
      <p:ext uri="{BB962C8B-B14F-4D97-AF65-F5344CB8AC3E}">
        <p14:creationId xmlns:p14="http://schemas.microsoft.com/office/powerpoint/2010/main" val="3283291166"/>
      </p:ext>
    </p:extLst>
  </p:cSld>
  <p:clrMapOvr>
    <a:masterClrMapping/>
  </p:clrMapOvr>
</p:sld>
</file>

<file path=ppt/theme/theme1.xml><?xml version="1.0" encoding="utf-8"?>
<a:theme xmlns:a="http://schemas.openxmlformats.org/drawingml/2006/main" name="Office-te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Asiakirja" ma:contentTypeID="0x010100841EDFE6EF7D6748A8417D105BB087DD" ma:contentTypeVersion="7" ma:contentTypeDescription="Luo uusi asiakirja." ma:contentTypeScope="" ma:versionID="0948e617b5676477a92af4fc0525f399">
  <xsd:schema xmlns:xsd="http://www.w3.org/2001/XMLSchema" xmlns:xs="http://www.w3.org/2001/XMLSchema" xmlns:p="http://schemas.microsoft.com/office/2006/metadata/properties" xmlns:ns2="d0aae8d6-deee-4792-be49-61459e7ec8b0" targetNamespace="http://schemas.microsoft.com/office/2006/metadata/properties" ma:root="true" ma:fieldsID="cc337ca3868c0a1a58466734a6fb28b1" ns2:_="">
    <xsd:import namespace="d0aae8d6-deee-4792-be49-61459e7ec8b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aae8d6-deee-4792-be49-61459e7ec8b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Sisältölaji"/>
        <xsd:element ref="dc:title" minOccurs="0" maxOccurs="1" ma:index="4" ma:displayName="Otsikk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444F820-0809-4AFD-A140-FC1DE2828E5B}"/>
</file>

<file path=customXml/itemProps2.xml><?xml version="1.0" encoding="utf-8"?>
<ds:datastoreItem xmlns:ds="http://schemas.openxmlformats.org/officeDocument/2006/customXml" ds:itemID="{0C51ACD7-F5A0-4614-A2CE-521FEA562B1D}">
  <ds:schemaRefs>
    <ds:schemaRef ds:uri="http://schemas.microsoft.com/sharepoint/v3/contenttype/forms"/>
  </ds:schemaRefs>
</ds:datastoreItem>
</file>

<file path=customXml/itemProps3.xml><?xml version="1.0" encoding="utf-8"?>
<ds:datastoreItem xmlns:ds="http://schemas.openxmlformats.org/officeDocument/2006/customXml" ds:itemID="{081958BE-8C50-43DC-91DC-3DD51F2162AB}">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15</Slides>
  <Notes>0</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Office-teema</vt:lpstr>
      <vt:lpstr>Analysis Report </vt:lpstr>
      <vt:lpstr>Background of the survey</vt:lpstr>
      <vt:lpstr>Variables of the survey</vt:lpstr>
      <vt:lpstr>Background analysis (variable by variable)</vt:lpstr>
      <vt:lpstr>Background analysis (Education variable)</vt:lpstr>
      <vt:lpstr>Background analysis (Salary variable)</vt:lpstr>
      <vt:lpstr>Background analysis (Salary variable) extended</vt:lpstr>
      <vt:lpstr>Background analysis (Gender variable)</vt:lpstr>
      <vt:lpstr>Background analysis (more ….)</vt:lpstr>
      <vt:lpstr>Analyzes two qualitative variables </vt:lpstr>
      <vt:lpstr>Analyzing relationship between age &amp; salary</vt:lpstr>
      <vt:lpstr>Analyzing relationship Years of Service vs Satisfaction with Salary </vt:lpstr>
      <vt:lpstr>Analyzing dependency between variables (gender and education)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Analysis reports for</dc:title>
  <dc:creator>Tommi Lahti</dc:creator>
  <cp:revision>1</cp:revision>
  <dcterms:created xsi:type="dcterms:W3CDTF">2022-06-01T09:20:14Z</dcterms:created>
  <dcterms:modified xsi:type="dcterms:W3CDTF">2025-10-23T20:46:24Z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0x010100841EDFE6EF7D6748A8417D105BB087DD</vt:lpwstr>
  </property>
</Properties>
</file>